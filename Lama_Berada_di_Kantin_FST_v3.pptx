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2.xml" ContentType="application/vnd.openxmlformats-officedocument.drawingml.chart+xml"/>
  <Override PartName="/ppt/notesSlides/notesSlide15.xml" ContentType="application/vnd.openxmlformats-officedocument.presentationml.notesSlide+xml"/>
  <Override PartName="/ppt/charts/chart3.xml" ContentType="application/vnd.openxmlformats-officedocument.drawingml.chart+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4.xml" ContentType="application/vnd.openxmlformats-officedocument.drawingml.chart+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rts/chart5.xml" ContentType="application/vnd.openxmlformats-officedocument.drawingml.chart+xml"/>
  <Override PartName="/ppt/notesSlides/notesSlide23.xml" ContentType="application/vnd.openxmlformats-officedocument.presentationml.notesSlide+xml"/>
  <Override PartName="/ppt/charts/chart6.xml" ContentType="application/vnd.openxmlformats-officedocument.drawingml.chart+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2"/>
    <p:sldId id="257" r:id="rId3"/>
    <p:sldId id="282"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3" d="100"/>
          <a:sy n="83" d="100"/>
        </p:scale>
        <p:origin x="658"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Jam 10</c:v>
                </c:pt>
              </c:strCache>
            </c:strRef>
          </c:tx>
          <c:spPr>
            <a:solidFill>
              <a:srgbClr val="6B8E23"/>
            </a:solidFill>
            <a:effectLst/>
          </c:spPr>
          <c:invertIfNegative val="0"/>
          <c:dLbls>
            <c:numFmt formatCode="#,##0" sourceLinked="0"/>
            <c:spPr>
              <a:noFill/>
              <a:ln>
                <a:noFill/>
              </a:ln>
              <a:effectLst/>
            </c:spPr>
            <c:txPr>
              <a:bodyPr/>
              <a:lstStyle/>
              <a:p>
                <a:pPr>
                  <a:defRPr sz="1200" b="0" i="0" u="none" strike="noStrike">
                    <a:solidFill>
                      <a:srgbClr val="1F2328"/>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Senin</c:v>
                </c:pt>
                <c:pt idx="1">
                  <c:v>Selasa</c:v>
                </c:pt>
                <c:pt idx="2">
                  <c:v>Kamis</c:v>
                </c:pt>
                <c:pt idx="3">
                  <c:v>Jumat</c:v>
                </c:pt>
              </c:strCache>
            </c:strRef>
          </c:cat>
          <c:val>
            <c:numRef>
              <c:f>Sheet1!$B$2:$B$5</c:f>
              <c:numCache>
                <c:formatCode>General</c:formatCode>
                <c:ptCount val="4"/>
                <c:pt idx="0">
                  <c:v>0</c:v>
                </c:pt>
                <c:pt idx="1">
                  <c:v>16</c:v>
                </c:pt>
                <c:pt idx="2">
                  <c:v>16</c:v>
                </c:pt>
                <c:pt idx="3">
                  <c:v>3</c:v>
                </c:pt>
              </c:numCache>
            </c:numRef>
          </c:val>
          <c:extLst>
            <c:ext xmlns:c16="http://schemas.microsoft.com/office/drawing/2014/chart" uri="{C3380CC4-5D6E-409C-BE32-E72D297353CC}">
              <c16:uniqueId val="{00000000-02C9-4700-92DC-3B40E680C407}"/>
            </c:ext>
          </c:extLst>
        </c:ser>
        <c:ser>
          <c:idx val="1"/>
          <c:order val="1"/>
          <c:tx>
            <c:strRef>
              <c:f>Sheet1!$C$1</c:f>
              <c:strCache>
                <c:ptCount val="1"/>
                <c:pt idx="0">
                  <c:v>Jam 12</c:v>
                </c:pt>
              </c:strCache>
            </c:strRef>
          </c:tx>
          <c:spPr>
            <a:solidFill>
              <a:srgbClr val="E08A1E"/>
            </a:solidFill>
            <a:effectLst/>
          </c:spPr>
          <c:invertIfNegative val="0"/>
          <c:dLbls>
            <c:numFmt formatCode="#,##0" sourceLinked="0"/>
            <c:spPr>
              <a:noFill/>
              <a:ln>
                <a:noFill/>
              </a:ln>
              <a:effectLst/>
            </c:spPr>
            <c:txPr>
              <a:bodyPr/>
              <a:lstStyle/>
              <a:p>
                <a:pPr>
                  <a:defRPr sz="1200" b="0" i="0" u="none" strike="noStrike">
                    <a:solidFill>
                      <a:srgbClr val="1F2328"/>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Senin</c:v>
                </c:pt>
                <c:pt idx="1">
                  <c:v>Selasa</c:v>
                </c:pt>
                <c:pt idx="2">
                  <c:v>Kamis</c:v>
                </c:pt>
                <c:pt idx="3">
                  <c:v>Jumat</c:v>
                </c:pt>
              </c:strCache>
            </c:strRef>
          </c:cat>
          <c:val>
            <c:numRef>
              <c:f>Sheet1!$C$2:$C$5</c:f>
              <c:numCache>
                <c:formatCode>General</c:formatCode>
                <c:ptCount val="4"/>
                <c:pt idx="0">
                  <c:v>0</c:v>
                </c:pt>
                <c:pt idx="1">
                  <c:v>7</c:v>
                </c:pt>
                <c:pt idx="2">
                  <c:v>24</c:v>
                </c:pt>
                <c:pt idx="3">
                  <c:v>2</c:v>
                </c:pt>
              </c:numCache>
            </c:numRef>
          </c:val>
          <c:extLst>
            <c:ext xmlns:c16="http://schemas.microsoft.com/office/drawing/2014/chart" uri="{C3380CC4-5D6E-409C-BE32-E72D297353CC}">
              <c16:uniqueId val="{00000001-02C9-4700-92DC-3B40E680C407}"/>
            </c:ext>
          </c:extLst>
        </c:ser>
        <c:ser>
          <c:idx val="2"/>
          <c:order val="2"/>
          <c:tx>
            <c:strRef>
              <c:f>Sheet1!$D$1</c:f>
              <c:strCache>
                <c:ptCount val="1"/>
                <c:pt idx="0">
                  <c:v>Jam 15</c:v>
                </c:pt>
              </c:strCache>
            </c:strRef>
          </c:tx>
          <c:spPr>
            <a:solidFill>
              <a:srgbClr val="5E7188"/>
            </a:solidFill>
            <a:effectLst/>
          </c:spPr>
          <c:invertIfNegative val="0"/>
          <c:dLbls>
            <c:numFmt formatCode="#,##0" sourceLinked="0"/>
            <c:spPr>
              <a:noFill/>
              <a:ln>
                <a:noFill/>
              </a:ln>
              <a:effectLst/>
            </c:spPr>
            <c:txPr>
              <a:bodyPr/>
              <a:lstStyle/>
              <a:p>
                <a:pPr>
                  <a:defRPr sz="1200" b="0" i="0" u="none" strike="noStrike">
                    <a:solidFill>
                      <a:srgbClr val="1F2328"/>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Senin</c:v>
                </c:pt>
                <c:pt idx="1">
                  <c:v>Selasa</c:v>
                </c:pt>
                <c:pt idx="2">
                  <c:v>Kamis</c:v>
                </c:pt>
                <c:pt idx="3">
                  <c:v>Jumat</c:v>
                </c:pt>
              </c:strCache>
            </c:strRef>
          </c:cat>
          <c:val>
            <c:numRef>
              <c:f>Sheet1!$D$2:$D$5</c:f>
              <c:numCache>
                <c:formatCode>General</c:formatCode>
                <c:ptCount val="4"/>
                <c:pt idx="0">
                  <c:v>6</c:v>
                </c:pt>
                <c:pt idx="1">
                  <c:v>2</c:v>
                </c:pt>
                <c:pt idx="2">
                  <c:v>1</c:v>
                </c:pt>
                <c:pt idx="3">
                  <c:v>0</c:v>
                </c:pt>
              </c:numCache>
            </c:numRef>
          </c:val>
          <c:extLst>
            <c:ext xmlns:c16="http://schemas.microsoft.com/office/drawing/2014/chart" uri="{C3380CC4-5D6E-409C-BE32-E72D297353CC}">
              <c16:uniqueId val="{00000002-02C9-4700-92DC-3B40E680C407}"/>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F2328"/>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legend>
      <c:legendPos val="t"/>
      <c:overlay val="0"/>
      <c:txPr>
        <a:bodyPr/>
        <a:lstStyle/>
        <a:p>
          <a:pPr>
            <a:defRPr sz="1400">
              <a:solidFill>
                <a:srgbClr val="1F2328"/>
              </a:solidFill>
              <a:latin typeface="Arial"/>
              <a:cs typeface="Arial"/>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Rata-rata</c:v>
                </c:pt>
              </c:strCache>
            </c:strRef>
          </c:tx>
          <c:spPr>
            <a:solidFill>
              <a:srgbClr val="6B8E23"/>
            </a:solidFill>
            <a:effectLst/>
          </c:spPr>
          <c:invertIfNegative val="0"/>
          <c:dLbls>
            <c:numFmt formatCode="#,##0" sourceLinked="0"/>
            <c:spPr>
              <a:noFill/>
              <a:ln>
                <a:noFill/>
              </a:ln>
              <a:effectLst/>
            </c:spPr>
            <c:txPr>
              <a:bodyPr/>
              <a:lstStyle/>
              <a:p>
                <a:pPr>
                  <a:defRPr sz="1200" b="0" i="0" u="none" strike="noStrike">
                    <a:solidFill>
                      <a:srgbClr val="1F2328"/>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Senin (n=6)</c:v>
                </c:pt>
                <c:pt idx="1">
                  <c:v>Selasa (n=25)</c:v>
                </c:pt>
                <c:pt idx="2">
                  <c:v>Kamis (n=41)</c:v>
                </c:pt>
                <c:pt idx="3">
                  <c:v>Jumat (n=5)</c:v>
                </c:pt>
              </c:strCache>
            </c:strRef>
          </c:cat>
          <c:val>
            <c:numRef>
              <c:f>Sheet1!$B$2:$B$5</c:f>
              <c:numCache>
                <c:formatCode>General</c:formatCode>
                <c:ptCount val="4"/>
                <c:pt idx="0">
                  <c:v>50.2</c:v>
                </c:pt>
                <c:pt idx="1">
                  <c:v>126.9</c:v>
                </c:pt>
                <c:pt idx="2">
                  <c:v>184</c:v>
                </c:pt>
                <c:pt idx="3">
                  <c:v>156.4</c:v>
                </c:pt>
              </c:numCache>
            </c:numRef>
          </c:val>
          <c:extLst>
            <c:ext xmlns:c16="http://schemas.microsoft.com/office/drawing/2014/chart" uri="{C3380CC4-5D6E-409C-BE32-E72D297353CC}">
              <c16:uniqueId val="{00000000-7855-4273-9616-35325F01DEB9}"/>
            </c:ext>
          </c:extLst>
        </c:ser>
        <c:ser>
          <c:idx val="1"/>
          <c:order val="1"/>
          <c:tx>
            <c:strRef>
              <c:f>Sheet1!$C$1</c:f>
              <c:strCache>
                <c:ptCount val="1"/>
                <c:pt idx="0">
                  <c:v>Median</c:v>
                </c:pt>
              </c:strCache>
            </c:strRef>
          </c:tx>
          <c:spPr>
            <a:solidFill>
              <a:srgbClr val="5E7188"/>
            </a:solidFill>
            <a:effectLst/>
          </c:spPr>
          <c:invertIfNegative val="0"/>
          <c:dLbls>
            <c:numFmt formatCode="#,##0" sourceLinked="0"/>
            <c:spPr>
              <a:noFill/>
              <a:ln>
                <a:noFill/>
              </a:ln>
              <a:effectLst/>
            </c:spPr>
            <c:txPr>
              <a:bodyPr/>
              <a:lstStyle/>
              <a:p>
                <a:pPr>
                  <a:defRPr sz="1200" b="0" i="0" u="none" strike="noStrike">
                    <a:solidFill>
                      <a:srgbClr val="1F2328"/>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Senin (n=6)</c:v>
                </c:pt>
                <c:pt idx="1">
                  <c:v>Selasa (n=25)</c:v>
                </c:pt>
                <c:pt idx="2">
                  <c:v>Kamis (n=41)</c:v>
                </c:pt>
                <c:pt idx="3">
                  <c:v>Jumat (n=5)</c:v>
                </c:pt>
              </c:strCache>
            </c:strRef>
          </c:cat>
          <c:val>
            <c:numRef>
              <c:f>Sheet1!$C$2:$C$5</c:f>
              <c:numCache>
                <c:formatCode>General</c:formatCode>
                <c:ptCount val="4"/>
                <c:pt idx="0">
                  <c:v>46</c:v>
                </c:pt>
                <c:pt idx="1">
                  <c:v>80</c:v>
                </c:pt>
                <c:pt idx="2">
                  <c:v>137</c:v>
                </c:pt>
                <c:pt idx="3">
                  <c:v>66</c:v>
                </c:pt>
              </c:numCache>
            </c:numRef>
          </c:val>
          <c:extLst>
            <c:ext xmlns:c16="http://schemas.microsoft.com/office/drawing/2014/chart" uri="{C3380CC4-5D6E-409C-BE32-E72D297353CC}">
              <c16:uniqueId val="{00000001-7855-4273-9616-35325F01DEB9}"/>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F2328"/>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legend>
      <c:legendPos val="t"/>
      <c:overlay val="0"/>
      <c:txPr>
        <a:bodyPr/>
        <a:lstStyle/>
        <a:p>
          <a:pPr>
            <a:defRPr sz="1400">
              <a:solidFill>
                <a:srgbClr val="1F2328"/>
              </a:solidFill>
              <a:latin typeface="Arial"/>
              <a:cs typeface="Arial"/>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Catatan</c:v>
                </c:pt>
              </c:strCache>
            </c:strRef>
          </c:tx>
          <c:spPr>
            <a:solidFill>
              <a:srgbClr val="6B8E23"/>
            </a:solidFill>
            <a:effectLst/>
          </c:spPr>
          <c:invertIfNegative val="0"/>
          <c:dLbls>
            <c:numFmt formatCode="#,##0" sourceLinked="0"/>
            <c:spPr>
              <a:noFill/>
              <a:ln>
                <a:noFill/>
              </a:ln>
              <a:effectLst/>
            </c:spPr>
            <c:txPr>
              <a:bodyPr/>
              <a:lstStyle/>
              <a:p>
                <a:pPr>
                  <a:defRPr sz="1200" b="0" i="0" u="none" strike="noStrike">
                    <a:solidFill>
                      <a:srgbClr val="1F2328"/>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Sheet1!$A$2:$A$19</c:f>
              <c:strCache>
                <c:ptCount val="18"/>
                <c:pt idx="0">
                  <c:v>0</c:v>
                </c:pt>
                <c:pt idx="1">
                  <c:v>30</c:v>
                </c:pt>
                <c:pt idx="2">
                  <c:v>60</c:v>
                </c:pt>
                <c:pt idx="3">
                  <c:v>90</c:v>
                </c:pt>
                <c:pt idx="4">
                  <c:v>120</c:v>
                </c:pt>
                <c:pt idx="5">
                  <c:v>150</c:v>
                </c:pt>
                <c:pt idx="6">
                  <c:v>180</c:v>
                </c:pt>
                <c:pt idx="7">
                  <c:v>210</c:v>
                </c:pt>
                <c:pt idx="8">
                  <c:v>240</c:v>
                </c:pt>
                <c:pt idx="9">
                  <c:v>270</c:v>
                </c:pt>
                <c:pt idx="10">
                  <c:v>300</c:v>
                </c:pt>
                <c:pt idx="11">
                  <c:v>330</c:v>
                </c:pt>
                <c:pt idx="12">
                  <c:v>360</c:v>
                </c:pt>
                <c:pt idx="13">
                  <c:v>390</c:v>
                </c:pt>
                <c:pt idx="14">
                  <c:v>420</c:v>
                </c:pt>
                <c:pt idx="15">
                  <c:v>450</c:v>
                </c:pt>
                <c:pt idx="16">
                  <c:v>480</c:v>
                </c:pt>
                <c:pt idx="17">
                  <c:v>510</c:v>
                </c:pt>
              </c:strCache>
            </c:strRef>
          </c:cat>
          <c:val>
            <c:numRef>
              <c:f>Sheet1!$B$2:$B$19</c:f>
              <c:numCache>
                <c:formatCode>General</c:formatCode>
                <c:ptCount val="18"/>
                <c:pt idx="0">
                  <c:v>3</c:v>
                </c:pt>
                <c:pt idx="1">
                  <c:v>15</c:v>
                </c:pt>
                <c:pt idx="2">
                  <c:v>12</c:v>
                </c:pt>
                <c:pt idx="3">
                  <c:v>13</c:v>
                </c:pt>
                <c:pt idx="4">
                  <c:v>7</c:v>
                </c:pt>
                <c:pt idx="5">
                  <c:v>2</c:v>
                </c:pt>
                <c:pt idx="6">
                  <c:v>8</c:v>
                </c:pt>
                <c:pt idx="7">
                  <c:v>2</c:v>
                </c:pt>
                <c:pt idx="8">
                  <c:v>3</c:v>
                </c:pt>
                <c:pt idx="9">
                  <c:v>0</c:v>
                </c:pt>
                <c:pt idx="10">
                  <c:v>5</c:v>
                </c:pt>
                <c:pt idx="11">
                  <c:v>1</c:v>
                </c:pt>
                <c:pt idx="12">
                  <c:v>0</c:v>
                </c:pt>
                <c:pt idx="13">
                  <c:v>0</c:v>
                </c:pt>
                <c:pt idx="14">
                  <c:v>0</c:v>
                </c:pt>
                <c:pt idx="15">
                  <c:v>0</c:v>
                </c:pt>
                <c:pt idx="16">
                  <c:v>4</c:v>
                </c:pt>
                <c:pt idx="17">
                  <c:v>2</c:v>
                </c:pt>
              </c:numCache>
            </c:numRef>
          </c:val>
          <c:extLst>
            <c:ext xmlns:c16="http://schemas.microsoft.com/office/drawing/2014/chart" uri="{C3380CC4-5D6E-409C-BE32-E72D297353CC}">
              <c16:uniqueId val="{00000000-0AAE-413A-BDBA-A95199390731}"/>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F2328"/>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Data</c:v>
                </c:pt>
              </c:strCache>
            </c:strRef>
          </c:tx>
          <c:spPr>
            <a:ln w="38100" cap="flat">
              <a:solidFill>
                <a:srgbClr val="1F2328"/>
              </a:solidFill>
              <a:prstDash val="solid"/>
              <a:round/>
            </a:ln>
            <a:effectLst/>
          </c:spPr>
          <c:marker>
            <c:symbol val="none"/>
          </c:marker>
          <c:cat>
            <c:strRef>
              <c:f>Sheet1!$A$2:$A$20</c:f>
              <c:strCache>
                <c:ptCount val="19"/>
                <c:pt idx="0">
                  <c:v>0</c:v>
                </c:pt>
                <c:pt idx="1">
                  <c:v>30</c:v>
                </c:pt>
                <c:pt idx="2">
                  <c:v>60</c:v>
                </c:pt>
                <c:pt idx="3">
                  <c:v>90</c:v>
                </c:pt>
                <c:pt idx="4">
                  <c:v>120</c:v>
                </c:pt>
                <c:pt idx="5">
                  <c:v>150</c:v>
                </c:pt>
                <c:pt idx="6">
                  <c:v>180</c:v>
                </c:pt>
                <c:pt idx="7">
                  <c:v>210</c:v>
                </c:pt>
                <c:pt idx="8">
                  <c:v>240</c:v>
                </c:pt>
                <c:pt idx="9">
                  <c:v>270</c:v>
                </c:pt>
                <c:pt idx="10">
                  <c:v>300</c:v>
                </c:pt>
                <c:pt idx="11">
                  <c:v>330</c:v>
                </c:pt>
                <c:pt idx="12">
                  <c:v>360</c:v>
                </c:pt>
                <c:pt idx="13">
                  <c:v>390</c:v>
                </c:pt>
                <c:pt idx="14">
                  <c:v>420</c:v>
                </c:pt>
                <c:pt idx="15">
                  <c:v>450</c:v>
                </c:pt>
                <c:pt idx="16">
                  <c:v>480</c:v>
                </c:pt>
                <c:pt idx="17">
                  <c:v>510</c:v>
                </c:pt>
                <c:pt idx="18">
                  <c:v>540</c:v>
                </c:pt>
              </c:strCache>
            </c:strRef>
          </c:cat>
          <c:val>
            <c:numRef>
              <c:f>Sheet1!$B$2:$B$20</c:f>
              <c:numCache>
                <c:formatCode>General</c:formatCode>
                <c:ptCount val="19"/>
                <c:pt idx="0">
                  <c:v>0</c:v>
                </c:pt>
                <c:pt idx="1">
                  <c:v>5.1999999999999998E-2</c:v>
                </c:pt>
                <c:pt idx="2">
                  <c:v>0.247</c:v>
                </c:pt>
                <c:pt idx="3">
                  <c:v>0.40300000000000002</c:v>
                </c:pt>
                <c:pt idx="4">
                  <c:v>0.55800000000000005</c:v>
                </c:pt>
                <c:pt idx="5">
                  <c:v>0.66200000000000003</c:v>
                </c:pt>
                <c:pt idx="6">
                  <c:v>0.68799999999999994</c:v>
                </c:pt>
                <c:pt idx="7">
                  <c:v>0.77900000000000003</c:v>
                </c:pt>
                <c:pt idx="8">
                  <c:v>0.80500000000000005</c:v>
                </c:pt>
                <c:pt idx="9">
                  <c:v>0.84399999999999997</c:v>
                </c:pt>
                <c:pt idx="10">
                  <c:v>0.84399999999999997</c:v>
                </c:pt>
                <c:pt idx="11">
                  <c:v>0.90900000000000003</c:v>
                </c:pt>
                <c:pt idx="12">
                  <c:v>0.92200000000000004</c:v>
                </c:pt>
                <c:pt idx="13">
                  <c:v>0.92200000000000004</c:v>
                </c:pt>
                <c:pt idx="14">
                  <c:v>0.92200000000000004</c:v>
                </c:pt>
                <c:pt idx="15">
                  <c:v>0.92200000000000004</c:v>
                </c:pt>
                <c:pt idx="16">
                  <c:v>0.92200000000000004</c:v>
                </c:pt>
                <c:pt idx="17">
                  <c:v>0.97399999999999998</c:v>
                </c:pt>
                <c:pt idx="18">
                  <c:v>1</c:v>
                </c:pt>
              </c:numCache>
            </c:numRef>
          </c:val>
          <c:smooth val="0"/>
          <c:extLst>
            <c:ext xmlns:c16="http://schemas.microsoft.com/office/drawing/2014/chart" uri="{C3380CC4-5D6E-409C-BE32-E72D297353CC}">
              <c16:uniqueId val="{00000000-090A-42B8-B355-5D68F6F8AD16}"/>
            </c:ext>
          </c:extLst>
        </c:ser>
        <c:ser>
          <c:idx val="1"/>
          <c:order val="1"/>
          <c:tx>
            <c:strRef>
              <c:f>Sheet1!$C$1</c:f>
              <c:strCache>
                <c:ptCount val="1"/>
                <c:pt idx="0">
                  <c:v>Eksponensial</c:v>
                </c:pt>
              </c:strCache>
            </c:strRef>
          </c:tx>
          <c:spPr>
            <a:ln w="38100" cap="flat">
              <a:solidFill>
                <a:srgbClr val="6B8E23"/>
              </a:solidFill>
              <a:prstDash val="solid"/>
              <a:round/>
            </a:ln>
            <a:effectLst/>
          </c:spPr>
          <c:marker>
            <c:symbol val="none"/>
          </c:marker>
          <c:cat>
            <c:strRef>
              <c:f>Sheet1!$A$2:$A$20</c:f>
              <c:strCache>
                <c:ptCount val="19"/>
                <c:pt idx="0">
                  <c:v>0</c:v>
                </c:pt>
                <c:pt idx="1">
                  <c:v>30</c:v>
                </c:pt>
                <c:pt idx="2">
                  <c:v>60</c:v>
                </c:pt>
                <c:pt idx="3">
                  <c:v>90</c:v>
                </c:pt>
                <c:pt idx="4">
                  <c:v>120</c:v>
                </c:pt>
                <c:pt idx="5">
                  <c:v>150</c:v>
                </c:pt>
                <c:pt idx="6">
                  <c:v>180</c:v>
                </c:pt>
                <c:pt idx="7">
                  <c:v>210</c:v>
                </c:pt>
                <c:pt idx="8">
                  <c:v>240</c:v>
                </c:pt>
                <c:pt idx="9">
                  <c:v>270</c:v>
                </c:pt>
                <c:pt idx="10">
                  <c:v>300</c:v>
                </c:pt>
                <c:pt idx="11">
                  <c:v>330</c:v>
                </c:pt>
                <c:pt idx="12">
                  <c:v>360</c:v>
                </c:pt>
                <c:pt idx="13">
                  <c:v>390</c:v>
                </c:pt>
                <c:pt idx="14">
                  <c:v>420</c:v>
                </c:pt>
                <c:pt idx="15">
                  <c:v>450</c:v>
                </c:pt>
                <c:pt idx="16">
                  <c:v>480</c:v>
                </c:pt>
                <c:pt idx="17">
                  <c:v>510</c:v>
                </c:pt>
                <c:pt idx="18">
                  <c:v>540</c:v>
                </c:pt>
              </c:strCache>
            </c:strRef>
          </c:cat>
          <c:val>
            <c:numRef>
              <c:f>Sheet1!$C$2:$C$20</c:f>
              <c:numCache>
                <c:formatCode>General</c:formatCode>
                <c:ptCount val="19"/>
                <c:pt idx="0">
                  <c:v>0</c:v>
                </c:pt>
                <c:pt idx="1">
                  <c:v>0.109</c:v>
                </c:pt>
                <c:pt idx="2">
                  <c:v>0.28100000000000003</c:v>
                </c:pt>
                <c:pt idx="3">
                  <c:v>0.42099999999999999</c:v>
                </c:pt>
                <c:pt idx="4">
                  <c:v>0.53300000000000003</c:v>
                </c:pt>
                <c:pt idx="5">
                  <c:v>0.623</c:v>
                </c:pt>
                <c:pt idx="6">
                  <c:v>0.69599999999999995</c:v>
                </c:pt>
                <c:pt idx="7">
                  <c:v>0.755</c:v>
                </c:pt>
                <c:pt idx="8">
                  <c:v>0.80300000000000005</c:v>
                </c:pt>
                <c:pt idx="9">
                  <c:v>0.84099999999999997</c:v>
                </c:pt>
                <c:pt idx="10">
                  <c:v>0.872</c:v>
                </c:pt>
                <c:pt idx="11">
                  <c:v>0.89700000000000002</c:v>
                </c:pt>
                <c:pt idx="12">
                  <c:v>0.91700000000000004</c:v>
                </c:pt>
                <c:pt idx="13">
                  <c:v>0.93300000000000005</c:v>
                </c:pt>
                <c:pt idx="14">
                  <c:v>0.94599999999999995</c:v>
                </c:pt>
                <c:pt idx="15">
                  <c:v>0.95599999999999996</c:v>
                </c:pt>
                <c:pt idx="16">
                  <c:v>0.96499999999999997</c:v>
                </c:pt>
                <c:pt idx="17">
                  <c:v>0.97199999999999998</c:v>
                </c:pt>
                <c:pt idx="18">
                  <c:v>0.97699999999999998</c:v>
                </c:pt>
              </c:numCache>
            </c:numRef>
          </c:val>
          <c:smooth val="0"/>
          <c:extLst>
            <c:ext xmlns:c16="http://schemas.microsoft.com/office/drawing/2014/chart" uri="{C3380CC4-5D6E-409C-BE32-E72D297353CC}">
              <c16:uniqueId val="{00000001-090A-42B8-B355-5D68F6F8AD16}"/>
            </c:ext>
          </c:extLst>
        </c:ser>
        <c:ser>
          <c:idx val="2"/>
          <c:order val="2"/>
          <c:tx>
            <c:strRef>
              <c:f>Sheet1!$D$1</c:f>
              <c:strCache>
                <c:ptCount val="1"/>
                <c:pt idx="0">
                  <c:v>Normal</c:v>
                </c:pt>
              </c:strCache>
            </c:strRef>
          </c:tx>
          <c:spPr>
            <a:ln w="38100" cap="flat">
              <a:solidFill>
                <a:srgbClr val="E08A1E"/>
              </a:solidFill>
              <a:prstDash val="solid"/>
              <a:round/>
            </a:ln>
            <a:effectLst/>
          </c:spPr>
          <c:marker>
            <c:symbol val="none"/>
          </c:marker>
          <c:cat>
            <c:strRef>
              <c:f>Sheet1!$A$2:$A$20</c:f>
              <c:strCache>
                <c:ptCount val="19"/>
                <c:pt idx="0">
                  <c:v>0</c:v>
                </c:pt>
                <c:pt idx="1">
                  <c:v>30</c:v>
                </c:pt>
                <c:pt idx="2">
                  <c:v>60</c:v>
                </c:pt>
                <c:pt idx="3">
                  <c:v>90</c:v>
                </c:pt>
                <c:pt idx="4">
                  <c:v>120</c:v>
                </c:pt>
                <c:pt idx="5">
                  <c:v>150</c:v>
                </c:pt>
                <c:pt idx="6">
                  <c:v>180</c:v>
                </c:pt>
                <c:pt idx="7">
                  <c:v>210</c:v>
                </c:pt>
                <c:pt idx="8">
                  <c:v>240</c:v>
                </c:pt>
                <c:pt idx="9">
                  <c:v>270</c:v>
                </c:pt>
                <c:pt idx="10">
                  <c:v>300</c:v>
                </c:pt>
                <c:pt idx="11">
                  <c:v>330</c:v>
                </c:pt>
                <c:pt idx="12">
                  <c:v>360</c:v>
                </c:pt>
                <c:pt idx="13">
                  <c:v>390</c:v>
                </c:pt>
                <c:pt idx="14">
                  <c:v>420</c:v>
                </c:pt>
                <c:pt idx="15">
                  <c:v>450</c:v>
                </c:pt>
                <c:pt idx="16">
                  <c:v>480</c:v>
                </c:pt>
                <c:pt idx="17">
                  <c:v>510</c:v>
                </c:pt>
                <c:pt idx="18">
                  <c:v>540</c:v>
                </c:pt>
              </c:strCache>
            </c:strRef>
          </c:cat>
          <c:val>
            <c:numRef>
              <c:f>Sheet1!$D$2:$D$20</c:f>
              <c:numCache>
                <c:formatCode>General</c:formatCode>
                <c:ptCount val="19"/>
                <c:pt idx="0">
                  <c:v>0.11899999999999999</c:v>
                </c:pt>
                <c:pt idx="1">
                  <c:v>0.17100000000000001</c:v>
                </c:pt>
                <c:pt idx="2">
                  <c:v>0.23599999999999999</c:v>
                </c:pt>
                <c:pt idx="3">
                  <c:v>0.313</c:v>
                </c:pt>
                <c:pt idx="4">
                  <c:v>0.39900000000000002</c:v>
                </c:pt>
                <c:pt idx="5">
                  <c:v>0.49</c:v>
                </c:pt>
                <c:pt idx="6">
                  <c:v>0.58199999999999996</c:v>
                </c:pt>
                <c:pt idx="7">
                  <c:v>0.66900000000000004</c:v>
                </c:pt>
                <c:pt idx="8">
                  <c:v>0.748</c:v>
                </c:pt>
                <c:pt idx="9">
                  <c:v>0.81599999999999995</c:v>
                </c:pt>
                <c:pt idx="10">
                  <c:v>0.871</c:v>
                </c:pt>
                <c:pt idx="11">
                  <c:v>0.91300000000000003</c:v>
                </c:pt>
                <c:pt idx="12">
                  <c:v>0.94499999999999995</c:v>
                </c:pt>
                <c:pt idx="13">
                  <c:v>0.96599999999999997</c:v>
                </c:pt>
                <c:pt idx="14">
                  <c:v>0.98</c:v>
                </c:pt>
                <c:pt idx="15">
                  <c:v>0.98899999999999999</c:v>
                </c:pt>
                <c:pt idx="16">
                  <c:v>0.99399999999999999</c:v>
                </c:pt>
                <c:pt idx="17">
                  <c:v>0.997</c:v>
                </c:pt>
                <c:pt idx="18">
                  <c:v>0.999</c:v>
                </c:pt>
              </c:numCache>
            </c:numRef>
          </c:val>
          <c:smooth val="0"/>
          <c:extLst>
            <c:ext xmlns:c16="http://schemas.microsoft.com/office/drawing/2014/chart" uri="{C3380CC4-5D6E-409C-BE32-E72D297353CC}">
              <c16:uniqueId val="{00000002-090A-42B8-B355-5D68F6F8AD16}"/>
            </c:ext>
          </c:extLst>
        </c:ser>
        <c:ser>
          <c:idx val="3"/>
          <c:order val="3"/>
          <c:tx>
            <c:strRef>
              <c:f>Sheet1!$E$1</c:f>
              <c:strCache>
                <c:ptCount val="1"/>
                <c:pt idx="0">
                  <c:v>Uniform</c:v>
                </c:pt>
              </c:strCache>
            </c:strRef>
          </c:tx>
          <c:spPr>
            <a:ln w="38100" cap="flat">
              <a:solidFill>
                <a:srgbClr val="5E7188"/>
              </a:solidFill>
              <a:prstDash val="solid"/>
              <a:round/>
            </a:ln>
            <a:effectLst/>
          </c:spPr>
          <c:marker>
            <c:symbol val="none"/>
          </c:marker>
          <c:cat>
            <c:strRef>
              <c:f>Sheet1!$A$2:$A$20</c:f>
              <c:strCache>
                <c:ptCount val="19"/>
                <c:pt idx="0">
                  <c:v>0</c:v>
                </c:pt>
                <c:pt idx="1">
                  <c:v>30</c:v>
                </c:pt>
                <c:pt idx="2">
                  <c:v>60</c:v>
                </c:pt>
                <c:pt idx="3">
                  <c:v>90</c:v>
                </c:pt>
                <c:pt idx="4">
                  <c:v>120</c:v>
                </c:pt>
                <c:pt idx="5">
                  <c:v>150</c:v>
                </c:pt>
                <c:pt idx="6">
                  <c:v>180</c:v>
                </c:pt>
                <c:pt idx="7">
                  <c:v>210</c:v>
                </c:pt>
                <c:pt idx="8">
                  <c:v>240</c:v>
                </c:pt>
                <c:pt idx="9">
                  <c:v>270</c:v>
                </c:pt>
                <c:pt idx="10">
                  <c:v>300</c:v>
                </c:pt>
                <c:pt idx="11">
                  <c:v>330</c:v>
                </c:pt>
                <c:pt idx="12">
                  <c:v>360</c:v>
                </c:pt>
                <c:pt idx="13">
                  <c:v>390</c:v>
                </c:pt>
                <c:pt idx="14">
                  <c:v>420</c:v>
                </c:pt>
                <c:pt idx="15">
                  <c:v>450</c:v>
                </c:pt>
                <c:pt idx="16">
                  <c:v>480</c:v>
                </c:pt>
                <c:pt idx="17">
                  <c:v>510</c:v>
                </c:pt>
                <c:pt idx="18">
                  <c:v>540</c:v>
                </c:pt>
              </c:strCache>
            </c:strRef>
          </c:cat>
          <c:val>
            <c:numRef>
              <c:f>Sheet1!$E$2:$E$20</c:f>
              <c:numCache>
                <c:formatCode>General</c:formatCode>
                <c:ptCount val="19"/>
                <c:pt idx="0">
                  <c:v>0</c:v>
                </c:pt>
                <c:pt idx="1">
                  <c:v>3.1E-2</c:v>
                </c:pt>
                <c:pt idx="2">
                  <c:v>8.8999999999999996E-2</c:v>
                </c:pt>
                <c:pt idx="3">
                  <c:v>0.14699999999999999</c:v>
                </c:pt>
                <c:pt idx="4">
                  <c:v>0.20499999999999999</c:v>
                </c:pt>
                <c:pt idx="5">
                  <c:v>0.26400000000000001</c:v>
                </c:pt>
                <c:pt idx="6">
                  <c:v>0.32200000000000001</c:v>
                </c:pt>
                <c:pt idx="7">
                  <c:v>0.38</c:v>
                </c:pt>
                <c:pt idx="8">
                  <c:v>0.438</c:v>
                </c:pt>
                <c:pt idx="9">
                  <c:v>0.496</c:v>
                </c:pt>
                <c:pt idx="10">
                  <c:v>0.55400000000000005</c:v>
                </c:pt>
                <c:pt idx="11">
                  <c:v>0.61199999999999999</c:v>
                </c:pt>
                <c:pt idx="12">
                  <c:v>0.67100000000000004</c:v>
                </c:pt>
                <c:pt idx="13">
                  <c:v>0.72899999999999998</c:v>
                </c:pt>
                <c:pt idx="14">
                  <c:v>0.78700000000000003</c:v>
                </c:pt>
                <c:pt idx="15">
                  <c:v>0.84499999999999997</c:v>
                </c:pt>
                <c:pt idx="16">
                  <c:v>0.90300000000000002</c:v>
                </c:pt>
                <c:pt idx="17">
                  <c:v>0.96099999999999997</c:v>
                </c:pt>
                <c:pt idx="18">
                  <c:v>1</c:v>
                </c:pt>
              </c:numCache>
            </c:numRef>
          </c:val>
          <c:smooth val="0"/>
          <c:extLst>
            <c:ext xmlns:c16="http://schemas.microsoft.com/office/drawing/2014/chart" uri="{C3380CC4-5D6E-409C-BE32-E72D297353CC}">
              <c16:uniqueId val="{00000003-090A-42B8-B355-5D68F6F8AD16}"/>
            </c:ext>
          </c:extLst>
        </c:ser>
        <c:dLbls>
          <c:showLegendKey val="0"/>
          <c:showVal val="0"/>
          <c:showCatName val="0"/>
          <c:showSerName val="0"/>
          <c:showPercent val="0"/>
          <c:showBubbleSize val="0"/>
        </c:dLbls>
        <c:smooth val="0"/>
        <c:axId val="2094734554"/>
        <c:axId val="2094734552"/>
      </c:lineChart>
      <c:catAx>
        <c:axId val="2094734554"/>
        <c:scaling>
          <c:orientation val="minMax"/>
        </c:scaling>
        <c:delete val="0"/>
        <c:axPos val="b"/>
        <c:title>
          <c:tx>
            <c:rich>
              <a:bodyPr/>
              <a:lstStyle/>
              <a:p>
                <a:pPr>
                  <a:defRPr sz="1200" b="0" i="0" u="none" strike="noStrike">
                    <a:solidFill>
                      <a:srgbClr val="1F2328"/>
                    </a:solidFill>
                    <a:latin typeface="Arial"/>
                  </a:defRPr>
                </a:pPr>
                <a:r>
                  <a:rPr sz="1200" b="0" i="0" u="none" strike="noStrike">
                    <a:solidFill>
                      <a:srgbClr val="1F2328"/>
                    </a:solidFill>
                    <a:latin typeface="Arial"/>
                  </a:rPr>
                  <a:t>Durasi (detik)</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F2328"/>
                </a:solidFill>
                <a:latin typeface="Arial"/>
              </a:defRPr>
            </a:pPr>
            <a:endParaRPr lang="en-US"/>
          </a:p>
        </c:txPr>
        <c:crossAx val="2094734552"/>
        <c:crosses val="autoZero"/>
        <c:auto val="1"/>
        <c:lblAlgn val="ctr"/>
        <c:lblOffset val="100"/>
        <c:tickLblSkip val="2"/>
        <c:noMultiLvlLbl val="1"/>
      </c:catAx>
      <c:valAx>
        <c:axId val="2094734552"/>
        <c:scaling>
          <c:orientation val="minMax"/>
          <c:max val="1"/>
          <c:min val="0"/>
        </c:scaling>
        <c:delete val="0"/>
        <c:axPos val="l"/>
        <c:majorGridlines>
          <c:spPr>
            <a:ln w="6350" cap="flat">
              <a:solidFill>
                <a:srgbClr val="DDE3E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1F2328"/>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400">
              <a:solidFill>
                <a:srgbClr val="1F2328"/>
              </a:solidFill>
              <a:latin typeface="Arial"/>
              <a:cs typeface="Arial"/>
            </a:defRPr>
          </a:pPr>
          <a:endParaRPr lang="en-US"/>
        </a:p>
      </c:txPr>
    </c:legend>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600" b="0" i="0" u="none" strike="noStrike">
                <a:solidFill>
                  <a:srgbClr val="1F2328"/>
                </a:solidFill>
                <a:latin typeface="Arial"/>
              </a:defRPr>
            </a:pPr>
            <a:r>
              <a:rPr sz="1600" b="0" i="0" u="none" strike="noStrike">
                <a:solidFill>
                  <a:srgbClr val="1F2328"/>
                </a:solidFill>
                <a:latin typeface="Arial"/>
              </a:rPr>
              <a:t>Kunjungan yang selesai dalam batas waktu (%)</a:t>
            </a:r>
          </a:p>
        </c:rich>
      </c:tx>
      <c:overlay val="0"/>
    </c:title>
    <c:autoTitleDeleted val="0"/>
    <c:plotArea>
      <c:layout/>
      <c:barChart>
        <c:barDir val="col"/>
        <c:grouping val="clustered"/>
        <c:varyColors val="0"/>
        <c:ser>
          <c:idx val="0"/>
          <c:order val="0"/>
          <c:tx>
            <c:strRef>
              <c:f>Sheet1!$B$1</c:f>
              <c:strCache>
                <c:ptCount val="1"/>
                <c:pt idx="0">
                  <c:v>Data asli (77)</c:v>
                </c:pt>
              </c:strCache>
            </c:strRef>
          </c:tx>
          <c:spPr>
            <a:solidFill>
              <a:srgbClr val="1F2328"/>
            </a:solidFill>
            <a:effectLst/>
          </c:spPr>
          <c:invertIfNegative val="0"/>
          <c:dLbls>
            <c:numFmt formatCode="0.0" sourceLinked="0"/>
            <c:spPr>
              <a:noFill/>
              <a:ln>
                <a:noFill/>
              </a:ln>
              <a:effectLst/>
            </c:spPr>
            <c:txPr>
              <a:bodyPr/>
              <a:lstStyle/>
              <a:p>
                <a:pPr>
                  <a:defRPr sz="1200" b="0" i="0" u="none" strike="noStrike">
                    <a:solidFill>
                      <a:srgbClr val="1F2328"/>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 2 menit</c:v>
                </c:pt>
                <c:pt idx="1">
                  <c:v>≤ 3 menit</c:v>
                </c:pt>
                <c:pt idx="2">
                  <c:v>≤ 5 menit</c:v>
                </c:pt>
              </c:strCache>
            </c:strRef>
          </c:cat>
          <c:val>
            <c:numRef>
              <c:f>Sheet1!$B$2:$B$4</c:f>
              <c:numCache>
                <c:formatCode>General</c:formatCode>
                <c:ptCount val="3"/>
                <c:pt idx="0">
                  <c:v>55.8</c:v>
                </c:pt>
                <c:pt idx="1">
                  <c:v>68.8</c:v>
                </c:pt>
                <c:pt idx="2">
                  <c:v>84.4</c:v>
                </c:pt>
              </c:numCache>
            </c:numRef>
          </c:val>
          <c:extLst>
            <c:ext xmlns:c16="http://schemas.microsoft.com/office/drawing/2014/chart" uri="{C3380CC4-5D6E-409C-BE32-E72D297353CC}">
              <c16:uniqueId val="{00000000-A527-4556-BE47-A3E4121A7BDF}"/>
            </c:ext>
          </c:extLst>
        </c:ser>
        <c:ser>
          <c:idx val="1"/>
          <c:order val="1"/>
          <c:tx>
            <c:strRef>
              <c:f>Sheet1!$C$1</c:f>
              <c:strCache>
                <c:ptCount val="1"/>
                <c:pt idx="0">
                  <c:v>Simulasi (1.000)</c:v>
                </c:pt>
              </c:strCache>
            </c:strRef>
          </c:tx>
          <c:spPr>
            <a:solidFill>
              <a:srgbClr val="6B8E23"/>
            </a:solidFill>
            <a:effectLst/>
          </c:spPr>
          <c:invertIfNegative val="0"/>
          <c:dLbls>
            <c:numFmt formatCode="0.0" sourceLinked="0"/>
            <c:spPr>
              <a:noFill/>
              <a:ln>
                <a:noFill/>
              </a:ln>
              <a:effectLst/>
            </c:spPr>
            <c:txPr>
              <a:bodyPr/>
              <a:lstStyle/>
              <a:p>
                <a:pPr>
                  <a:defRPr sz="1200" b="0" i="0" u="none" strike="noStrike">
                    <a:solidFill>
                      <a:srgbClr val="1F2328"/>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 2 menit</c:v>
                </c:pt>
                <c:pt idx="1">
                  <c:v>≤ 3 menit</c:v>
                </c:pt>
                <c:pt idx="2">
                  <c:v>≤ 5 menit</c:v>
                </c:pt>
              </c:strCache>
            </c:strRef>
          </c:cat>
          <c:val>
            <c:numRef>
              <c:f>Sheet1!$C$2:$C$4</c:f>
              <c:numCache>
                <c:formatCode>General</c:formatCode>
                <c:ptCount val="3"/>
                <c:pt idx="0">
                  <c:v>54.2</c:v>
                </c:pt>
                <c:pt idx="1">
                  <c:v>70.8</c:v>
                </c:pt>
                <c:pt idx="2">
                  <c:v>86.7</c:v>
                </c:pt>
              </c:numCache>
            </c:numRef>
          </c:val>
          <c:extLst>
            <c:ext xmlns:c16="http://schemas.microsoft.com/office/drawing/2014/chart" uri="{C3380CC4-5D6E-409C-BE32-E72D297353CC}">
              <c16:uniqueId val="{00000001-A527-4556-BE47-A3E4121A7BDF}"/>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F2328"/>
                </a:solidFill>
                <a:latin typeface="Arial"/>
              </a:defRPr>
            </a:pPr>
            <a:endParaRPr lang="en-US"/>
          </a:p>
        </c:txPr>
        <c:crossAx val="2094734552"/>
        <c:crosses val="autoZero"/>
        <c:auto val="1"/>
        <c:lblAlgn val="ctr"/>
        <c:lblOffset val="100"/>
        <c:noMultiLvlLbl val="1"/>
      </c:catAx>
      <c:valAx>
        <c:axId val="2094734552"/>
        <c:scaling>
          <c:orientation val="minMax"/>
          <c:max val="100"/>
          <c:min val="0"/>
        </c:scaling>
        <c:delete val="0"/>
        <c:axPos val="l"/>
        <c:majorGridlines>
          <c:spPr>
            <a:ln w="6350" cap="flat">
              <a:solidFill>
                <a:srgbClr val="DDE3E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1F2328"/>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400">
              <a:solidFill>
                <a:srgbClr val="1F2328"/>
              </a:solidFill>
              <a:latin typeface="Arial"/>
              <a:cs typeface="Arial"/>
            </a:defRPr>
          </a:pPr>
          <a:endParaRPr lang="en-US"/>
        </a:p>
      </c:txPr>
    </c:legend>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Data asli (77)</c:v>
                </c:pt>
              </c:strCache>
            </c:strRef>
          </c:tx>
          <c:spPr>
            <a:solidFill>
              <a:srgbClr val="1F2328"/>
            </a:solidFill>
            <a:effectLst/>
          </c:spPr>
          <c:invertIfNegative val="0"/>
          <c:cat>
            <c:strRef>
              <c:f>Sheet1!$A$2:$A$14</c:f>
              <c:strCache>
                <c:ptCount val="13"/>
                <c:pt idx="0">
                  <c:v>0</c:v>
                </c:pt>
                <c:pt idx="1">
                  <c:v>30</c:v>
                </c:pt>
                <c:pt idx="2">
                  <c:v>60</c:v>
                </c:pt>
                <c:pt idx="3">
                  <c:v>90</c:v>
                </c:pt>
                <c:pt idx="4">
                  <c:v>120</c:v>
                </c:pt>
                <c:pt idx="5">
                  <c:v>150</c:v>
                </c:pt>
                <c:pt idx="6">
                  <c:v>180</c:v>
                </c:pt>
                <c:pt idx="7">
                  <c:v>210</c:v>
                </c:pt>
                <c:pt idx="8">
                  <c:v>240</c:v>
                </c:pt>
                <c:pt idx="9">
                  <c:v>270</c:v>
                </c:pt>
                <c:pt idx="10">
                  <c:v>300</c:v>
                </c:pt>
                <c:pt idx="11">
                  <c:v>330</c:v>
                </c:pt>
                <c:pt idx="12">
                  <c:v>≥360</c:v>
                </c:pt>
              </c:strCache>
            </c:strRef>
          </c:cat>
          <c:val>
            <c:numRef>
              <c:f>Sheet1!$B$2:$B$14</c:f>
              <c:numCache>
                <c:formatCode>General</c:formatCode>
                <c:ptCount val="13"/>
                <c:pt idx="0">
                  <c:v>3.9</c:v>
                </c:pt>
                <c:pt idx="1">
                  <c:v>19.5</c:v>
                </c:pt>
                <c:pt idx="2">
                  <c:v>15.6</c:v>
                </c:pt>
                <c:pt idx="3">
                  <c:v>16.899999999999999</c:v>
                </c:pt>
                <c:pt idx="4">
                  <c:v>9.1</c:v>
                </c:pt>
                <c:pt idx="5">
                  <c:v>2.6</c:v>
                </c:pt>
                <c:pt idx="6">
                  <c:v>10.4</c:v>
                </c:pt>
                <c:pt idx="7">
                  <c:v>2.6</c:v>
                </c:pt>
                <c:pt idx="8">
                  <c:v>3.9</c:v>
                </c:pt>
                <c:pt idx="9">
                  <c:v>0</c:v>
                </c:pt>
                <c:pt idx="10">
                  <c:v>6.5</c:v>
                </c:pt>
                <c:pt idx="11">
                  <c:v>1.3</c:v>
                </c:pt>
                <c:pt idx="12">
                  <c:v>7.8</c:v>
                </c:pt>
              </c:numCache>
            </c:numRef>
          </c:val>
          <c:extLst>
            <c:ext xmlns:c16="http://schemas.microsoft.com/office/drawing/2014/chart" uri="{C3380CC4-5D6E-409C-BE32-E72D297353CC}">
              <c16:uniqueId val="{00000000-E96A-448D-8024-E6E6FCEFF1E5}"/>
            </c:ext>
          </c:extLst>
        </c:ser>
        <c:ser>
          <c:idx val="1"/>
          <c:order val="1"/>
          <c:tx>
            <c:strRef>
              <c:f>Sheet1!$C$1</c:f>
              <c:strCache>
                <c:ptCount val="1"/>
                <c:pt idx="0">
                  <c:v>Simulasi (1.000)</c:v>
                </c:pt>
              </c:strCache>
            </c:strRef>
          </c:tx>
          <c:spPr>
            <a:solidFill>
              <a:srgbClr val="6B8E23"/>
            </a:solidFill>
            <a:effectLst/>
          </c:spPr>
          <c:invertIfNegative val="0"/>
          <c:cat>
            <c:strRef>
              <c:f>Sheet1!$A$2:$A$14</c:f>
              <c:strCache>
                <c:ptCount val="13"/>
                <c:pt idx="0">
                  <c:v>0</c:v>
                </c:pt>
                <c:pt idx="1">
                  <c:v>30</c:v>
                </c:pt>
                <c:pt idx="2">
                  <c:v>60</c:v>
                </c:pt>
                <c:pt idx="3">
                  <c:v>90</c:v>
                </c:pt>
                <c:pt idx="4">
                  <c:v>120</c:v>
                </c:pt>
                <c:pt idx="5">
                  <c:v>150</c:v>
                </c:pt>
                <c:pt idx="6">
                  <c:v>180</c:v>
                </c:pt>
                <c:pt idx="7">
                  <c:v>210</c:v>
                </c:pt>
                <c:pt idx="8">
                  <c:v>240</c:v>
                </c:pt>
                <c:pt idx="9">
                  <c:v>270</c:v>
                </c:pt>
                <c:pt idx="10">
                  <c:v>300</c:v>
                </c:pt>
                <c:pt idx="11">
                  <c:v>330</c:v>
                </c:pt>
                <c:pt idx="12">
                  <c:v>≥360</c:v>
                </c:pt>
              </c:strCache>
            </c:strRef>
          </c:cat>
          <c:val>
            <c:numRef>
              <c:f>Sheet1!$C$2:$C$14</c:f>
              <c:numCache>
                <c:formatCode>General</c:formatCode>
                <c:ptCount val="13"/>
                <c:pt idx="0">
                  <c:v>11.7</c:v>
                </c:pt>
                <c:pt idx="1">
                  <c:v>18.399999999999999</c:v>
                </c:pt>
                <c:pt idx="2">
                  <c:v>13.7</c:v>
                </c:pt>
                <c:pt idx="3">
                  <c:v>10.4</c:v>
                </c:pt>
                <c:pt idx="4">
                  <c:v>9.6</c:v>
                </c:pt>
                <c:pt idx="5">
                  <c:v>7</c:v>
                </c:pt>
                <c:pt idx="6">
                  <c:v>5.5</c:v>
                </c:pt>
                <c:pt idx="7">
                  <c:v>3.9</c:v>
                </c:pt>
                <c:pt idx="8">
                  <c:v>3.9</c:v>
                </c:pt>
                <c:pt idx="9">
                  <c:v>2.6</c:v>
                </c:pt>
                <c:pt idx="10">
                  <c:v>2.6</c:v>
                </c:pt>
                <c:pt idx="11">
                  <c:v>2.6</c:v>
                </c:pt>
                <c:pt idx="12">
                  <c:v>8.1</c:v>
                </c:pt>
              </c:numCache>
            </c:numRef>
          </c:val>
          <c:extLst>
            <c:ext xmlns:c16="http://schemas.microsoft.com/office/drawing/2014/chart" uri="{C3380CC4-5D6E-409C-BE32-E72D297353CC}">
              <c16:uniqueId val="{00000001-E96A-448D-8024-E6E6FCEFF1E5}"/>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F2328"/>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DDE3E7"/>
              </a:solidFill>
              <a:prstDash val="solid"/>
              <a:round/>
            </a:ln>
          </c:spPr>
        </c:majorGridlines>
        <c:title>
          <c:tx>
            <c:rich>
              <a:bodyPr/>
              <a:lstStyle/>
              <a:p>
                <a:pPr>
                  <a:defRPr sz="1200" b="0" i="0" u="none" strike="noStrike">
                    <a:solidFill>
                      <a:srgbClr val="1F2328"/>
                    </a:solidFill>
                    <a:latin typeface="Arial"/>
                  </a:defRPr>
                </a:pPr>
                <a:r>
                  <a:rPr sz="1200" b="0" i="0" u="none" strike="noStrike">
                    <a:solidFill>
                      <a:srgbClr val="1F2328"/>
                    </a:solidFill>
                    <a:latin typeface="Arial"/>
                  </a:rPr>
                  <a:t>% kunjungan</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1F2328"/>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400">
              <a:solidFill>
                <a:srgbClr val="1F2328"/>
              </a:solidFill>
              <a:latin typeface="Arial"/>
              <a:cs typeface="Arial"/>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283757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Kami meneliti satu pertanyaan: berapa lama satu orang berada di Kantin FST. Kami mengukurnya langsung, memodelkan datanya, lalu mensimulasikannya.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Perkenalan singkat anggota dan pembicara. [FILL: isi nama dan NIM].</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Perkenalan singkat anggota dan pembicara. [FILL: isi nama dan NIM].</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1754552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Masalah: belum ada gambaran berapa lama orang berada di Kantin FST. Tujuan: menyiapkan distribusi lama berada yang bisa dipakai untuk simulasi. Konteks: sebagian besar pengunjung membeli makanan bungkus, jadi durasi mencerminkan memilih, membeli, dan menunggu.</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Setiap orang yang masuk kami ukur sendiri-sendiri, bukan per rombongan. Satu orang satu catatan. Hasil stopwatch kami periksa ulang lewat video. Format menit dan detik dikonversi ke detik dengan fungsi konversi_durasi di notebook.</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Hasilnya 77 catatan. Kamis jam 12 punya 24 catatan, terbanyak. Senin hanya terisi di jam 15. Itu jumlah catatan, belum tentu jam paling ramai. Hari Rabu tidak ada karena data hanya diambil pada hari yang tersedia.</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Satu baris satu kunjungan. Durasi ditulis dalam menit dan detik lalu dikonversi ke detik. Rata-rata awal 153,23 detik dari 77 catatan, sebelum memutuskan soal pencilan.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Data bersih dari nilai kosong dan minus. Kunjungan terlama 530 detik hampir lima kali median 107 detik. Kunjungan tercepat 14 detik, dan tidak ada yang di bawahnya. Kami tidak langsung memfitting distribusi.</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Aturan IQR menandai enam kunjungan di atas 396 detik: empat di Kamis, satu di Jumat, satu di Selasa, lima di antaranya jam 12. Kami mempertahankannya karena [FILL: alasan, cek video]. Kunjungan seperti itu jarang, tetapi nyata.</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Urutkan data, hitung posisi dengan 1 + p × (n − 1), lalu ambil nilainya. Untuk n = 77, Q1 ada di posisi 20 dan Q3 di posisi 58. Keduanya bulat, jadi tidak perlu interpolasi.</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IQR adalah 195 dikurangi 61, yaitu 134 detik. Pagar atas 195 ditambah 1,5 kali 134, yaitu 396 detik. 334 detik masih valid, 482 detik melewati pagar. Ada enam pencilan.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Dengan dan tanpa enam pencilan: rata-rata 153,2 berbanding 123,5, naik 24 persen. Median hanya 107 berbanding 101. Rata-rata mudah terangkat oleh sedikit kunjungan panjang, median lebih stabil.</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Median jam 12 adalah 137 detik, tertinggi, dan lima dari enam pencilan ada di jam ini. Jam 15 hanya punya 9 catatan, jadi angkanya belum stabil.</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Rata-rata Kamis 184 detik, Selasa 127, Jumat 156, Senin 50. Tetapi Senin hanya 6 catatan dan Jumat 5, jadi perbedaan antar hari belum bisa dibaca pasti.</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Kunjungan singkat paling banyak, lalu jumlahnya menurun ke kanan dengan ekor panjang. Rata-rata 153 lebih besar dari median 107. Pola menurun inilah yang membuat kami menduga eksponensial.</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Ketiga kandidat dihitung dari data yang sama. Untuk eksponensial, 14 detik jadi batas bawah dan rata-rata tambahan 139,23 detik. Untuk normal, rata-rata 153,23 dan simpangan baku 129,73. Untuk uniform, rentang 14 sampai 530 detik.</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Kurva abu-biru adalah proporsi kumulatif data. Eksponensial hampir berhimpit dengan data. Normal meleset di durasi pendek, uniform lurus dan jauh. Uji formal ada di slide berikutnya.</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 D adalah jarak vertikal terbesar antara kurva data dan kurva model, makin kecil makin cocok. Batas kritis 0,155. Eksponensial D 0,117 dan p 0,222, tidak ditolak. Normal p 0,010 dan uniform di bawah 0,001, ditolak. Catatan: p besar bukan bukti pasti model benar.</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Di modul, eksponensial dipakai dengan batas bawah nol. Di data kami tidak ada kunjungan di bawah 14 detik, jadi kurva digeser. p-value naik dari 0,016 menjadi 0,222. Batas bawah ini diperkirakan dari data yang sama, jadi p-value sedikit lebih optimistis.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 Monte Carlo menjalankan ribuan eksperimen acak dengan distribusi probabilitas. Di kasus kami satu eksperimen adalah satu kunjungan. Kami jalankan 1.000 kali. Seed 42 mengunci angka acaknya supaya hasilnya bisa diulang.</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Alurnya empat langkah: ambil parameter hasil fit, bangkitkan 1.000 kunjungan acak, hitung ringkasan, lalu bandingkan dengan 77 data asli. Ini Monte Carlo, bukan DES, karena data tidak mencatat waktu kedatangan.</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 Rata-rata simulasi 2 menit 29 detik, data asli 2 menit 33 detik. Persentase selesai dalam 2, 3, dan 5 menit berdekatan: 54, 71, 87 persen pada simulasi dibanding 56, 69, 84 persen pada data. Satu beda jelas: terlama 19 menit di simulasi, 8 menit 50 detik di data.</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Kedua sebaran sama-sama menurun ke kanan. Simulasi punya ekor lebih panjang: 1,4 persen kunjungan simulasi di atas 10 menit, sedangkan data hanya 77 catatan dan terlama 8 menit 50 detik. Eksponensial punya ekor panjang, jadi kejadian langka muncul di 1.000 kunjungan.</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 Model baru mengisi dua unsur: Entity dan Attribute. Variable (jumlah orang di kantin) dan Time belum bisa diisi karena kami belum punya waktu kedatangan. Pemetaan ini usulan; konfirmasi ke kelompok.</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Batas utama: 77 catatan, 4 hari tanpa Rabu, 3 sesi yang tidak merata. Enam pencilan memengaruhi rata-rata. Untuk jam ramai dan antrean, langkah berikutnya adalah mencatat waktu kedatangan lalu membangun DES.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Ringkasan: kunjungan didominasi yang singkat, eksponensial dengan loc 14 dan scale 139,23 paling cocok, simulasi 1.000 kunjungan meniru pola itu, dan untuk antrean kami perlu waktu kedatangan. Terima kasih, kami siap menjawab pertanyaan.</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Pembagian tugas mengikuti urutan pembicara A sampai D. [FILL: isi nama].</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
    <p:bg>
      <p:bgPr>
        <a:solidFill>
          <a:srgbClr val="FFFFFF"/>
        </a:solidFill>
        <a:effectLst/>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725912" y="274320"/>
            <a:ext cx="91440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200">
                <a:solidFill>
                  <a:srgbClr val="6B7A89"/>
                </a:solidFill>
                <a:latin typeface="Arial"/>
                <a:ea typeface="Arial"/>
                <a:cs typeface="Aria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
    <p:bg>
      <p:bgPr>
        <a:solidFill>
          <a:srgbClr val="1F2328"/>
        </a:solidFill>
        <a:effectLst/>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725912" y="274320"/>
            <a:ext cx="91440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200">
                <a:solidFill>
                  <a:srgbClr val="C3C8CE"/>
                </a:solidFill>
                <a:latin typeface="Arial"/>
                <a:ea typeface="Arial"/>
                <a:cs typeface="Aria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725912" y="274320"/>
            <a:ext cx="91440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200">
                <a:solidFill>
                  <a:srgbClr val="6B7A89"/>
                </a:solidFill>
                <a:latin typeface="Arial"/>
                <a:ea typeface="Arial"/>
                <a:cs typeface="Aria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548640"/>
            <a:ext cx="9144000" cy="274320"/>
          </a:xfrm>
          <a:prstGeom prst="rect">
            <a:avLst/>
          </a:prstGeom>
          <a:noFill/>
          <a:ln/>
        </p:spPr>
        <p:txBody>
          <a:bodyPr wrap="square" lIns="0" tIns="0" rIns="0" bIns="0" rtlCol="0" anchor="t"/>
          <a:lstStyle/>
          <a:p>
            <a:pPr marL="0" indent="0">
              <a:buNone/>
            </a:pPr>
            <a:r>
              <a:rPr lang="en-US" sz="1400" b="1" kern="0" spc="200" dirty="0">
                <a:solidFill>
                  <a:srgbClr val="C5DB7A"/>
                </a:solidFill>
                <a:latin typeface="Arial" pitchFamily="34" charset="0"/>
                <a:ea typeface="Arial" pitchFamily="34" charset="-122"/>
                <a:cs typeface="Arial" pitchFamily="34" charset="-120"/>
              </a:rPr>
              <a:t>PEMODELAN &amp; SIMULASI SISTEM  ·  29 OKTOBER 2026</a:t>
            </a:r>
            <a:endParaRPr lang="en-US" sz="1400" dirty="0"/>
          </a:p>
        </p:txBody>
      </p:sp>
      <p:sp>
        <p:nvSpPr>
          <p:cNvPr id="3" name="Shape 1"/>
          <p:cNvSpPr/>
          <p:nvPr/>
        </p:nvSpPr>
        <p:spPr>
          <a:xfrm>
            <a:off x="548640" y="1097280"/>
            <a:ext cx="3611880" cy="1737360"/>
          </a:xfrm>
          <a:prstGeom prst="rect">
            <a:avLst/>
          </a:prstGeom>
          <a:solidFill>
            <a:srgbClr val="2E353D"/>
          </a:solidFill>
          <a:ln/>
        </p:spPr>
      </p:sp>
      <p:sp>
        <p:nvSpPr>
          <p:cNvPr id="4" name="Text 2"/>
          <p:cNvSpPr txBox="1"/>
          <p:nvPr/>
        </p:nvSpPr>
        <p:spPr>
          <a:xfrm>
            <a:off x="822960" y="1188720"/>
            <a:ext cx="3108960" cy="914400"/>
          </a:xfrm>
          <a:prstGeom prst="rect">
            <a:avLst/>
          </a:prstGeom>
          <a:noFill/>
          <a:ln/>
        </p:spPr>
        <p:txBody>
          <a:bodyPr wrap="square" lIns="0" tIns="0" rIns="0" bIns="0" rtlCol="0" anchor="t"/>
          <a:lstStyle/>
          <a:p>
            <a:pPr marL="0" indent="0">
              <a:buNone/>
            </a:pPr>
            <a:r>
              <a:rPr lang="en-US" sz="5400" b="1" dirty="0">
                <a:solidFill>
                  <a:srgbClr val="FFFFFF"/>
                </a:solidFill>
                <a:latin typeface="Arial" pitchFamily="34" charset="0"/>
                <a:ea typeface="Arial" pitchFamily="34" charset="-122"/>
                <a:cs typeface="Arial" pitchFamily="34" charset="-120"/>
              </a:rPr>
              <a:t>77</a:t>
            </a:r>
            <a:endParaRPr lang="en-US" sz="5400" dirty="0"/>
          </a:p>
        </p:txBody>
      </p:sp>
      <p:sp>
        <p:nvSpPr>
          <p:cNvPr id="5" name="Text 3"/>
          <p:cNvSpPr txBox="1"/>
          <p:nvPr/>
        </p:nvSpPr>
        <p:spPr>
          <a:xfrm>
            <a:off x="822960" y="2103120"/>
            <a:ext cx="3108960" cy="640080"/>
          </a:xfrm>
          <a:prstGeom prst="rect">
            <a:avLst/>
          </a:prstGeom>
          <a:noFill/>
          <a:ln/>
        </p:spPr>
        <p:txBody>
          <a:bodyPr wrap="square" lIns="0" tIns="0" rIns="0" bIns="0" rtlCol="0" anchor="t"/>
          <a:lstStyle/>
          <a:p>
            <a:pPr marL="0" indent="0">
              <a:buNone/>
            </a:pPr>
            <a:r>
              <a:rPr lang="en-US" sz="1400" dirty="0">
                <a:solidFill>
                  <a:srgbClr val="C3C8CE"/>
                </a:solidFill>
                <a:latin typeface="Arial" pitchFamily="34" charset="0"/>
                <a:ea typeface="Arial" pitchFamily="34" charset="-122"/>
                <a:cs typeface="Arial" pitchFamily="34" charset="-120"/>
              </a:rPr>
              <a:t>catatan kunjungan hasil stopwatch</a:t>
            </a:r>
            <a:endParaRPr lang="en-US" sz="1400" dirty="0"/>
          </a:p>
        </p:txBody>
      </p:sp>
      <p:sp>
        <p:nvSpPr>
          <p:cNvPr id="6" name="Shape 4"/>
          <p:cNvSpPr/>
          <p:nvPr/>
        </p:nvSpPr>
        <p:spPr>
          <a:xfrm>
            <a:off x="4343400" y="1097280"/>
            <a:ext cx="3611880" cy="1737360"/>
          </a:xfrm>
          <a:prstGeom prst="rect">
            <a:avLst/>
          </a:prstGeom>
          <a:solidFill>
            <a:srgbClr val="2E353D"/>
          </a:solidFill>
          <a:ln/>
        </p:spPr>
      </p:sp>
      <p:sp>
        <p:nvSpPr>
          <p:cNvPr id="7" name="Text 5"/>
          <p:cNvSpPr txBox="1"/>
          <p:nvPr/>
        </p:nvSpPr>
        <p:spPr>
          <a:xfrm>
            <a:off x="4617720" y="1188720"/>
            <a:ext cx="3108960" cy="914400"/>
          </a:xfrm>
          <a:prstGeom prst="rect">
            <a:avLst/>
          </a:prstGeom>
          <a:noFill/>
          <a:ln/>
        </p:spPr>
        <p:txBody>
          <a:bodyPr wrap="square" lIns="0" tIns="0" rIns="0" bIns="0" rtlCol="0" anchor="t"/>
          <a:lstStyle/>
          <a:p>
            <a:pPr marL="0" indent="0">
              <a:buNone/>
            </a:pPr>
            <a:r>
              <a:rPr lang="en-US" sz="5400" b="1" dirty="0">
                <a:solidFill>
                  <a:srgbClr val="F2B25E"/>
                </a:solidFill>
                <a:latin typeface="Arial" pitchFamily="34" charset="0"/>
                <a:ea typeface="Arial" pitchFamily="34" charset="-122"/>
                <a:cs typeface="Arial" pitchFamily="34" charset="-120"/>
              </a:rPr>
              <a:t>6</a:t>
            </a:r>
            <a:endParaRPr lang="en-US" sz="5400" dirty="0"/>
          </a:p>
        </p:txBody>
      </p:sp>
      <p:sp>
        <p:nvSpPr>
          <p:cNvPr id="8" name="Text 6"/>
          <p:cNvSpPr txBox="1"/>
          <p:nvPr/>
        </p:nvSpPr>
        <p:spPr>
          <a:xfrm>
            <a:off x="4617720" y="2103120"/>
            <a:ext cx="3108960" cy="640080"/>
          </a:xfrm>
          <a:prstGeom prst="rect">
            <a:avLst/>
          </a:prstGeom>
          <a:noFill/>
          <a:ln/>
        </p:spPr>
        <p:txBody>
          <a:bodyPr wrap="square" lIns="0" tIns="0" rIns="0" bIns="0" rtlCol="0" anchor="t"/>
          <a:lstStyle/>
          <a:p>
            <a:pPr marL="0" indent="0">
              <a:buNone/>
            </a:pPr>
            <a:r>
              <a:rPr lang="en-US" sz="1400" dirty="0">
                <a:solidFill>
                  <a:srgbClr val="C3C8CE"/>
                </a:solidFill>
                <a:latin typeface="Arial" pitchFamily="34" charset="0"/>
                <a:ea typeface="Arial" pitchFamily="34" charset="-122"/>
                <a:cs typeface="Arial" pitchFamily="34" charset="-120"/>
              </a:rPr>
              <a:t>kunjungan melewati pagar IQR dan tetap dipakai</a:t>
            </a:r>
            <a:endParaRPr lang="en-US" sz="1400" dirty="0"/>
          </a:p>
        </p:txBody>
      </p:sp>
      <p:sp>
        <p:nvSpPr>
          <p:cNvPr id="9" name="Shape 7"/>
          <p:cNvSpPr/>
          <p:nvPr/>
        </p:nvSpPr>
        <p:spPr>
          <a:xfrm>
            <a:off x="8138160" y="1097280"/>
            <a:ext cx="3611880" cy="1737360"/>
          </a:xfrm>
          <a:prstGeom prst="rect">
            <a:avLst/>
          </a:prstGeom>
          <a:solidFill>
            <a:srgbClr val="2E353D"/>
          </a:solidFill>
          <a:ln/>
        </p:spPr>
      </p:sp>
      <p:sp>
        <p:nvSpPr>
          <p:cNvPr id="10" name="Text 8"/>
          <p:cNvSpPr txBox="1"/>
          <p:nvPr/>
        </p:nvSpPr>
        <p:spPr>
          <a:xfrm>
            <a:off x="8412480" y="1188720"/>
            <a:ext cx="3108960" cy="914400"/>
          </a:xfrm>
          <a:prstGeom prst="rect">
            <a:avLst/>
          </a:prstGeom>
          <a:noFill/>
          <a:ln/>
        </p:spPr>
        <p:txBody>
          <a:bodyPr wrap="square" lIns="0" tIns="0" rIns="0" bIns="0" rtlCol="0" anchor="t"/>
          <a:lstStyle/>
          <a:p>
            <a:pPr marL="0" indent="0">
              <a:buNone/>
            </a:pPr>
            <a:r>
              <a:rPr lang="en-US" sz="5400" b="1" dirty="0">
                <a:solidFill>
                  <a:srgbClr val="C5DB7A"/>
                </a:solidFill>
                <a:latin typeface="Arial" pitchFamily="34" charset="0"/>
                <a:ea typeface="Arial" pitchFamily="34" charset="-122"/>
                <a:cs typeface="Arial" pitchFamily="34" charset="-120"/>
              </a:rPr>
              <a:t>1.000</a:t>
            </a:r>
            <a:endParaRPr lang="en-US" sz="5400" dirty="0"/>
          </a:p>
        </p:txBody>
      </p:sp>
      <p:sp>
        <p:nvSpPr>
          <p:cNvPr id="11" name="Text 9"/>
          <p:cNvSpPr txBox="1"/>
          <p:nvPr/>
        </p:nvSpPr>
        <p:spPr>
          <a:xfrm>
            <a:off x="8412480" y="2103120"/>
            <a:ext cx="3108960" cy="640080"/>
          </a:xfrm>
          <a:prstGeom prst="rect">
            <a:avLst/>
          </a:prstGeom>
          <a:noFill/>
          <a:ln/>
        </p:spPr>
        <p:txBody>
          <a:bodyPr wrap="square" lIns="0" tIns="0" rIns="0" bIns="0" rtlCol="0" anchor="t"/>
          <a:lstStyle/>
          <a:p>
            <a:pPr marL="0" indent="0">
              <a:buNone/>
            </a:pPr>
            <a:r>
              <a:rPr lang="en-US" sz="1400" dirty="0">
                <a:solidFill>
                  <a:srgbClr val="C3C8CE"/>
                </a:solidFill>
                <a:latin typeface="Arial" pitchFamily="34" charset="0"/>
                <a:ea typeface="Arial" pitchFamily="34" charset="-122"/>
                <a:cs typeface="Arial" pitchFamily="34" charset="-120"/>
              </a:rPr>
              <a:t>kunjungan tiruan hasil simulasi</a:t>
            </a:r>
            <a:endParaRPr lang="en-US" sz="1400" dirty="0"/>
          </a:p>
        </p:txBody>
      </p:sp>
      <p:sp>
        <p:nvSpPr>
          <p:cNvPr id="12" name="Text 10"/>
          <p:cNvSpPr txBox="1"/>
          <p:nvPr/>
        </p:nvSpPr>
        <p:spPr>
          <a:xfrm>
            <a:off x="548640" y="3200400"/>
            <a:ext cx="10972800" cy="1737360"/>
          </a:xfrm>
          <a:prstGeom prst="rect">
            <a:avLst/>
          </a:prstGeom>
          <a:noFill/>
          <a:ln/>
        </p:spPr>
        <p:txBody>
          <a:bodyPr wrap="square" lIns="0" tIns="0" rIns="0" bIns="0" rtlCol="0" anchor="t"/>
          <a:lstStyle/>
          <a:p>
            <a:pPr marL="0" indent="0">
              <a:buNone/>
            </a:pPr>
            <a:r>
              <a:rPr lang="en-US" sz="4600" b="1" dirty="0">
                <a:solidFill>
                  <a:srgbClr val="FFFFFF"/>
                </a:solidFill>
                <a:latin typeface="Arial" pitchFamily="34" charset="0"/>
                <a:ea typeface="Arial" pitchFamily="34" charset="-122"/>
                <a:cs typeface="Arial" pitchFamily="34" charset="-120"/>
              </a:rPr>
              <a:t>Berapa Lama Orang</a:t>
            </a:r>
            <a:endParaRPr lang="en-US" sz="4600" dirty="0"/>
          </a:p>
          <a:p>
            <a:pPr marL="0" indent="0">
              <a:buNone/>
            </a:pPr>
            <a:r>
              <a:rPr lang="en-US" sz="4600" b="1" dirty="0">
                <a:solidFill>
                  <a:srgbClr val="FFFFFF"/>
                </a:solidFill>
                <a:latin typeface="Arial" pitchFamily="34" charset="0"/>
                <a:ea typeface="Arial" pitchFamily="34" charset="-122"/>
                <a:cs typeface="Arial" pitchFamily="34" charset="-120"/>
              </a:rPr>
              <a:t>Berada di Kantin FST?</a:t>
            </a:r>
            <a:endParaRPr lang="en-US" sz="4600" dirty="0"/>
          </a:p>
        </p:txBody>
      </p:sp>
      <p:sp>
        <p:nvSpPr>
          <p:cNvPr id="13" name="Text 11"/>
          <p:cNvSpPr txBox="1"/>
          <p:nvPr/>
        </p:nvSpPr>
        <p:spPr>
          <a:xfrm>
            <a:off x="548640" y="5029200"/>
            <a:ext cx="10058400" cy="457200"/>
          </a:xfrm>
          <a:prstGeom prst="rect">
            <a:avLst/>
          </a:prstGeom>
          <a:noFill/>
          <a:ln/>
        </p:spPr>
        <p:txBody>
          <a:bodyPr wrap="square" lIns="0" tIns="0" rIns="0" bIns="0" rtlCol="0" anchor="t"/>
          <a:lstStyle/>
          <a:p>
            <a:pPr marL="0" indent="0">
              <a:buNone/>
            </a:pPr>
            <a:r>
              <a:rPr lang="en-US" sz="2000" dirty="0">
                <a:solidFill>
                  <a:srgbClr val="C3C8CE"/>
                </a:solidFill>
                <a:latin typeface="Arial" pitchFamily="34" charset="0"/>
                <a:ea typeface="Arial" pitchFamily="34" charset="-122"/>
                <a:cs typeface="Arial" pitchFamily="34" charset="-120"/>
              </a:rPr>
              <a:t>Dari stopwatch di lapangan, pemeriksaan IQR, dan uji K-S, sampai simulasi Monte Carlo.</a:t>
            </a:r>
            <a:endParaRPr lang="en-US" sz="2000" dirty="0"/>
          </a:p>
        </p:txBody>
      </p:sp>
      <p:sp>
        <p:nvSpPr>
          <p:cNvPr id="14" name="Text 12"/>
          <p:cNvSpPr txBox="1"/>
          <p:nvPr/>
        </p:nvSpPr>
        <p:spPr>
          <a:xfrm>
            <a:off x="548640" y="5760720"/>
            <a:ext cx="10058400" cy="365760"/>
          </a:xfrm>
          <a:prstGeom prst="rect">
            <a:avLst/>
          </a:prstGeom>
          <a:noFill/>
          <a:ln/>
        </p:spPr>
        <p:txBody>
          <a:bodyPr wrap="square" lIns="0" tIns="0" rIns="0" bIns="0" rtlCol="0" anchor="t"/>
          <a:lstStyle/>
          <a:p>
            <a:pPr marL="0" indent="0">
              <a:buNone/>
            </a:pPr>
            <a:r>
              <a:rPr lang="en-US" sz="1600" b="1" dirty="0">
                <a:solidFill>
                  <a:srgbClr val="F2B25E"/>
                </a:solidFill>
                <a:latin typeface="Arial" pitchFamily="34" charset="0"/>
                <a:ea typeface="Arial" pitchFamily="34" charset="-122"/>
                <a:cs typeface="Arial" pitchFamily="34" charset="-120"/>
              </a:rPr>
              <a:t>Alur: ukur  →  periksa  →  pilih distribusi  →  simulasikan</a:t>
            </a:r>
            <a:endParaRPr lang="en-US" sz="1600" dirty="0"/>
          </a:p>
        </p:txBody>
      </p:sp>
      <p:sp>
        <p:nvSpPr>
          <p:cNvPr id="25" name="Slide Number Placeholder 0"/>
          <p:cNvSpPr>
            <a:spLocks noGrp="1"/>
          </p:cNvSpPr>
          <p:nvPr>
            <p:ph type="sldNum" sz="quarter" idx="4294967295"/>
          </p:nvPr>
        </p:nvSpPr>
        <p:spPr>
          <a:xfrm>
            <a:off x="10725912" y="274320"/>
            <a:ext cx="91440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200">
                <a:solidFill>
                  <a:srgbClr val="C3C8CE"/>
                </a:solidFill>
                <a:latin typeface="Arial"/>
                <a:ea typeface="Arial"/>
                <a:cs typeface="Arial"/>
              </a:defRPr>
            </a:lvl1pPr>
          </a:lstStyle>
          <a:p>
            <a:pPr algn="r"/>
            <a:fld id="{F7021451-1387-4CA6-816F-3879F97B5CBC}" type="slidenum">
              <a:rPr lang="en-US" b="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t"/>
          <a:lstStyle/>
          <a:p>
            <a:pPr marL="0" indent="0">
              <a:buNone/>
            </a:pPr>
            <a:r>
              <a:rPr lang="en-US" sz="1200" b="1" kern="0" spc="300" dirty="0">
                <a:solidFill>
                  <a:srgbClr val="466018"/>
                </a:solidFill>
                <a:latin typeface="Arial" pitchFamily="34" charset="0"/>
                <a:ea typeface="Arial" pitchFamily="34" charset="-122"/>
                <a:cs typeface="Arial" pitchFamily="34" charset="-120"/>
              </a:rPr>
              <a:t>02  ·  LATAR</a:t>
            </a:r>
            <a:endParaRPr lang="en-US" sz="1200" dirty="0"/>
          </a:p>
        </p:txBody>
      </p:sp>
      <p:sp>
        <p:nvSpPr>
          <p:cNvPr id="3" name="Text 1"/>
          <p:cNvSpPr txBox="1"/>
          <p:nvPr/>
        </p:nvSpPr>
        <p:spPr>
          <a:xfrm>
            <a:off x="548640" y="338282"/>
            <a:ext cx="11064240" cy="777240"/>
          </a:xfrm>
          <a:prstGeom prst="rect">
            <a:avLst/>
          </a:prstGeom>
          <a:noFill/>
          <a:ln/>
        </p:spPr>
        <p:txBody>
          <a:bodyPr wrap="square" lIns="0" tIns="0" rIns="0" bIns="0" rtlCol="0" anchor="ctr"/>
          <a:lstStyle/>
          <a:p>
            <a:pPr marL="0" indent="0">
              <a:buNone/>
            </a:pPr>
            <a:r>
              <a:rPr lang="en-US" sz="3400" b="1" dirty="0">
                <a:solidFill>
                  <a:srgbClr val="1F2328"/>
                </a:solidFill>
                <a:latin typeface="Arial" pitchFamily="34" charset="0"/>
                <a:ea typeface="Arial" pitchFamily="34" charset="-122"/>
                <a:cs typeface="Arial" pitchFamily="34" charset="-120"/>
              </a:rPr>
              <a:t>Tim penyusun</a:t>
            </a:r>
            <a:endParaRPr lang="en-US" sz="3400" dirty="0"/>
          </a:p>
        </p:txBody>
      </p:sp>
      <p:sp>
        <p:nvSpPr>
          <p:cNvPr id="5" name="Shape 2"/>
          <p:cNvSpPr/>
          <p:nvPr/>
        </p:nvSpPr>
        <p:spPr>
          <a:xfrm>
            <a:off x="562495" y="1466273"/>
            <a:ext cx="11091672" cy="822960"/>
          </a:xfrm>
          <a:prstGeom prst="rect">
            <a:avLst/>
          </a:prstGeom>
          <a:solidFill>
            <a:srgbClr val="F1EFEA"/>
          </a:solidFill>
          <a:ln/>
        </p:spPr>
        <p:txBody>
          <a:bodyPr/>
          <a:lstStyle/>
          <a:p>
            <a:endParaRPr lang="en-ID" dirty="0"/>
          </a:p>
        </p:txBody>
      </p:sp>
      <p:sp>
        <p:nvSpPr>
          <p:cNvPr id="6" name="Text 3"/>
          <p:cNvSpPr txBox="1"/>
          <p:nvPr/>
        </p:nvSpPr>
        <p:spPr>
          <a:xfrm>
            <a:off x="768743" y="1407391"/>
            <a:ext cx="457200" cy="822960"/>
          </a:xfrm>
          <a:prstGeom prst="rect">
            <a:avLst/>
          </a:prstGeom>
          <a:noFill/>
          <a:ln/>
        </p:spPr>
        <p:txBody>
          <a:bodyPr wrap="square" lIns="0" tIns="0" rIns="0" bIns="0" rtlCol="0" anchor="ctr"/>
          <a:lstStyle/>
          <a:p>
            <a:pPr marL="0" indent="0">
              <a:buNone/>
            </a:pPr>
            <a:r>
              <a:rPr lang="en-US" sz="2400" b="1" dirty="0">
                <a:solidFill>
                  <a:srgbClr val="E08A1E"/>
                </a:solidFill>
                <a:latin typeface="Arial" pitchFamily="34" charset="0"/>
                <a:ea typeface="Arial" pitchFamily="34" charset="-122"/>
                <a:cs typeface="Arial" pitchFamily="34" charset="-120"/>
              </a:rPr>
              <a:t>1</a:t>
            </a:r>
            <a:endParaRPr lang="en-US" sz="2400" dirty="0"/>
          </a:p>
        </p:txBody>
      </p:sp>
      <p:sp>
        <p:nvSpPr>
          <p:cNvPr id="7" name="Text 4"/>
          <p:cNvSpPr txBox="1"/>
          <p:nvPr/>
        </p:nvSpPr>
        <p:spPr>
          <a:xfrm>
            <a:off x="1280160" y="1448724"/>
            <a:ext cx="5486400" cy="822960"/>
          </a:xfrm>
          <a:prstGeom prst="rect">
            <a:avLst/>
          </a:prstGeom>
          <a:noFill/>
          <a:ln/>
        </p:spPr>
        <p:txBody>
          <a:bodyPr wrap="square" lIns="0" tIns="0" rIns="0" bIns="0" rtlCol="0" anchor="ctr"/>
          <a:lstStyle/>
          <a:p>
            <a:pPr marL="0" indent="0">
              <a:buNone/>
            </a:pPr>
            <a:r>
              <a:rPr lang="en-US" sz="2000" b="1" dirty="0"/>
              <a:t>Fahmi Zakaria</a:t>
            </a:r>
          </a:p>
        </p:txBody>
      </p:sp>
      <p:sp>
        <p:nvSpPr>
          <p:cNvPr id="8" name="Text 5"/>
          <p:cNvSpPr txBox="1"/>
          <p:nvPr/>
        </p:nvSpPr>
        <p:spPr>
          <a:xfrm>
            <a:off x="7813040" y="1386609"/>
            <a:ext cx="3566160" cy="822960"/>
          </a:xfrm>
          <a:prstGeom prst="rect">
            <a:avLst/>
          </a:prstGeom>
          <a:noFill/>
          <a:ln/>
        </p:spPr>
        <p:txBody>
          <a:bodyPr wrap="square" lIns="0" tIns="0" rIns="0" bIns="0" rtlCol="0" anchor="ctr"/>
          <a:lstStyle/>
          <a:p>
            <a:pPr marL="0" indent="0" algn="r">
              <a:buNone/>
            </a:pPr>
            <a:r>
              <a:rPr lang="en-US" sz="2000" dirty="0">
                <a:solidFill>
                  <a:srgbClr val="505A66"/>
                </a:solidFill>
                <a:latin typeface="Arial" pitchFamily="34" charset="0"/>
                <a:ea typeface="Arial" pitchFamily="34" charset="-122"/>
                <a:cs typeface="Arial" pitchFamily="34" charset="-120"/>
              </a:rPr>
              <a:t>1240]</a:t>
            </a:r>
            <a:endParaRPr lang="en-US" sz="2000" dirty="0"/>
          </a:p>
        </p:txBody>
      </p:sp>
      <p:sp>
        <p:nvSpPr>
          <p:cNvPr id="9" name="Shape 6"/>
          <p:cNvSpPr/>
          <p:nvPr/>
        </p:nvSpPr>
        <p:spPr>
          <a:xfrm>
            <a:off x="548640" y="2560320"/>
            <a:ext cx="11091672" cy="822960"/>
          </a:xfrm>
          <a:prstGeom prst="rect">
            <a:avLst/>
          </a:prstGeom>
          <a:solidFill>
            <a:srgbClr val="F1EFEA"/>
          </a:solidFill>
          <a:ln/>
        </p:spPr>
      </p:sp>
      <p:sp>
        <p:nvSpPr>
          <p:cNvPr id="10" name="Text 7"/>
          <p:cNvSpPr txBox="1"/>
          <p:nvPr/>
        </p:nvSpPr>
        <p:spPr>
          <a:xfrm>
            <a:off x="795528" y="2552007"/>
            <a:ext cx="457200" cy="822960"/>
          </a:xfrm>
          <a:prstGeom prst="rect">
            <a:avLst/>
          </a:prstGeom>
          <a:noFill/>
          <a:ln/>
        </p:spPr>
        <p:txBody>
          <a:bodyPr wrap="square" lIns="0" tIns="0" rIns="0" bIns="0" rtlCol="0" anchor="ctr"/>
          <a:lstStyle/>
          <a:p>
            <a:pPr marL="0" indent="0">
              <a:buNone/>
            </a:pPr>
            <a:r>
              <a:rPr lang="en-US" sz="2400" b="1" dirty="0">
                <a:solidFill>
                  <a:srgbClr val="E08A1E"/>
                </a:solidFill>
                <a:latin typeface="Arial" pitchFamily="34" charset="0"/>
                <a:ea typeface="Arial" pitchFamily="34" charset="-122"/>
                <a:cs typeface="Arial" pitchFamily="34" charset="-120"/>
              </a:rPr>
              <a:t>2</a:t>
            </a:r>
            <a:endParaRPr lang="en-US" sz="2400" dirty="0"/>
          </a:p>
        </p:txBody>
      </p:sp>
      <p:sp>
        <p:nvSpPr>
          <p:cNvPr id="11" name="Text 8"/>
          <p:cNvSpPr txBox="1"/>
          <p:nvPr/>
        </p:nvSpPr>
        <p:spPr>
          <a:xfrm>
            <a:off x="1554480" y="2560320"/>
            <a:ext cx="5486400" cy="822960"/>
          </a:xfrm>
          <a:prstGeom prst="rect">
            <a:avLst/>
          </a:prstGeom>
          <a:noFill/>
          <a:ln/>
        </p:spPr>
        <p:txBody>
          <a:bodyPr wrap="square" lIns="0" tIns="0" rIns="0" bIns="0" rtlCol="0" anchor="ctr"/>
          <a:lstStyle/>
          <a:p>
            <a:pPr marL="0" indent="0">
              <a:buNone/>
            </a:pPr>
            <a:r>
              <a:rPr lang="en-US" sz="2000" b="1" dirty="0">
                <a:solidFill>
                  <a:srgbClr val="1F2328"/>
                </a:solidFill>
                <a:latin typeface="Arial" pitchFamily="34" charset="0"/>
                <a:ea typeface="Arial" pitchFamily="34" charset="-122"/>
                <a:cs typeface="Arial" pitchFamily="34" charset="-120"/>
              </a:rPr>
              <a:t>Abi</a:t>
            </a:r>
            <a:endParaRPr lang="en-US" sz="2000" dirty="0"/>
          </a:p>
        </p:txBody>
      </p:sp>
      <p:sp>
        <p:nvSpPr>
          <p:cNvPr id="12" name="Text 9"/>
          <p:cNvSpPr txBox="1"/>
          <p:nvPr/>
        </p:nvSpPr>
        <p:spPr>
          <a:xfrm>
            <a:off x="7772400" y="2560320"/>
            <a:ext cx="3566160" cy="822960"/>
          </a:xfrm>
          <a:prstGeom prst="rect">
            <a:avLst/>
          </a:prstGeom>
          <a:noFill/>
          <a:ln/>
        </p:spPr>
        <p:txBody>
          <a:bodyPr wrap="square" lIns="0" tIns="0" rIns="0" bIns="0" rtlCol="0" anchor="ctr"/>
          <a:lstStyle/>
          <a:p>
            <a:pPr marL="0" indent="0" algn="r">
              <a:buNone/>
            </a:pPr>
            <a:r>
              <a:rPr lang="en-US" sz="2000" dirty="0">
                <a:solidFill>
                  <a:srgbClr val="505A66"/>
                </a:solidFill>
                <a:latin typeface="Arial" pitchFamily="34" charset="0"/>
                <a:ea typeface="Arial" pitchFamily="34" charset="-122"/>
                <a:cs typeface="Arial" pitchFamily="34" charset="-120"/>
              </a:rPr>
              <a:t>1240</a:t>
            </a:r>
            <a:endParaRPr lang="en-US" sz="2000" dirty="0"/>
          </a:p>
        </p:txBody>
      </p:sp>
      <p:sp>
        <p:nvSpPr>
          <p:cNvPr id="13" name="Shape 10"/>
          <p:cNvSpPr/>
          <p:nvPr/>
        </p:nvSpPr>
        <p:spPr>
          <a:xfrm>
            <a:off x="548640" y="3520440"/>
            <a:ext cx="11091672" cy="822960"/>
          </a:xfrm>
          <a:prstGeom prst="rect">
            <a:avLst/>
          </a:prstGeom>
          <a:solidFill>
            <a:srgbClr val="F1EFEA"/>
          </a:solidFill>
          <a:ln/>
        </p:spPr>
      </p:sp>
      <p:sp>
        <p:nvSpPr>
          <p:cNvPr id="14" name="Text 11"/>
          <p:cNvSpPr txBox="1"/>
          <p:nvPr/>
        </p:nvSpPr>
        <p:spPr>
          <a:xfrm>
            <a:off x="822960" y="3520440"/>
            <a:ext cx="457200" cy="822960"/>
          </a:xfrm>
          <a:prstGeom prst="rect">
            <a:avLst/>
          </a:prstGeom>
          <a:noFill/>
          <a:ln/>
        </p:spPr>
        <p:txBody>
          <a:bodyPr wrap="square" lIns="0" tIns="0" rIns="0" bIns="0" rtlCol="0" anchor="ctr"/>
          <a:lstStyle/>
          <a:p>
            <a:pPr marL="0" indent="0">
              <a:buNone/>
            </a:pPr>
            <a:r>
              <a:rPr lang="en-US" sz="2400" b="1" dirty="0">
                <a:solidFill>
                  <a:srgbClr val="E08A1E"/>
                </a:solidFill>
                <a:latin typeface="Arial" pitchFamily="34" charset="0"/>
                <a:ea typeface="Arial" pitchFamily="34" charset="-122"/>
                <a:cs typeface="Arial" pitchFamily="34" charset="-120"/>
              </a:rPr>
              <a:t>3</a:t>
            </a:r>
            <a:endParaRPr lang="en-US" sz="2400" dirty="0"/>
          </a:p>
        </p:txBody>
      </p:sp>
      <p:sp>
        <p:nvSpPr>
          <p:cNvPr id="15" name="Text 12"/>
          <p:cNvSpPr txBox="1"/>
          <p:nvPr/>
        </p:nvSpPr>
        <p:spPr>
          <a:xfrm>
            <a:off x="1554480" y="3520440"/>
            <a:ext cx="5486400" cy="822960"/>
          </a:xfrm>
          <a:prstGeom prst="rect">
            <a:avLst/>
          </a:prstGeom>
          <a:noFill/>
          <a:ln/>
        </p:spPr>
        <p:txBody>
          <a:bodyPr wrap="square" lIns="0" tIns="0" rIns="0" bIns="0" rtlCol="0" anchor="ctr"/>
          <a:lstStyle/>
          <a:p>
            <a:pPr marL="0" indent="0">
              <a:buNone/>
            </a:pPr>
            <a:r>
              <a:rPr lang="en-US" sz="2000" b="1" dirty="0" err="1">
                <a:solidFill>
                  <a:srgbClr val="1F2328"/>
                </a:solidFill>
                <a:latin typeface="Arial" pitchFamily="34" charset="0"/>
                <a:ea typeface="Arial" pitchFamily="34" charset="-122"/>
                <a:cs typeface="Arial" pitchFamily="34" charset="-120"/>
              </a:rPr>
              <a:t>Ghifari</a:t>
            </a:r>
            <a:endParaRPr lang="en-US" sz="2000" dirty="0"/>
          </a:p>
        </p:txBody>
      </p:sp>
      <p:sp>
        <p:nvSpPr>
          <p:cNvPr id="16" name="Text 13"/>
          <p:cNvSpPr txBox="1"/>
          <p:nvPr/>
        </p:nvSpPr>
        <p:spPr>
          <a:xfrm>
            <a:off x="7772400" y="3520440"/>
            <a:ext cx="3566160" cy="822960"/>
          </a:xfrm>
          <a:prstGeom prst="rect">
            <a:avLst/>
          </a:prstGeom>
          <a:noFill/>
          <a:ln/>
        </p:spPr>
        <p:txBody>
          <a:bodyPr wrap="square" lIns="0" tIns="0" rIns="0" bIns="0" rtlCol="0" anchor="ctr"/>
          <a:lstStyle/>
          <a:p>
            <a:pPr marL="0" indent="0" algn="r">
              <a:buNone/>
            </a:pPr>
            <a:r>
              <a:rPr lang="en-US" sz="2000" dirty="0">
                <a:solidFill>
                  <a:srgbClr val="505A66"/>
                </a:solidFill>
                <a:latin typeface="Arial" pitchFamily="34" charset="0"/>
                <a:ea typeface="Arial" pitchFamily="34" charset="-122"/>
                <a:cs typeface="Arial" pitchFamily="34" charset="-120"/>
              </a:rPr>
              <a:t>1240</a:t>
            </a:r>
            <a:endParaRPr lang="en-US" sz="2000" dirty="0"/>
          </a:p>
        </p:txBody>
      </p:sp>
      <p:sp>
        <p:nvSpPr>
          <p:cNvPr id="17" name="Shape 14"/>
          <p:cNvSpPr/>
          <p:nvPr/>
        </p:nvSpPr>
        <p:spPr>
          <a:xfrm>
            <a:off x="548640" y="4480560"/>
            <a:ext cx="11091672" cy="822960"/>
          </a:xfrm>
          <a:prstGeom prst="rect">
            <a:avLst/>
          </a:prstGeom>
          <a:solidFill>
            <a:srgbClr val="F1EFEA"/>
          </a:solidFill>
          <a:ln/>
        </p:spPr>
        <p:txBody>
          <a:bodyPr/>
          <a:lstStyle/>
          <a:p>
            <a:endParaRPr lang="en-ID" dirty="0"/>
          </a:p>
        </p:txBody>
      </p:sp>
      <p:sp>
        <p:nvSpPr>
          <p:cNvPr id="18" name="Text 15"/>
          <p:cNvSpPr txBox="1"/>
          <p:nvPr/>
        </p:nvSpPr>
        <p:spPr>
          <a:xfrm>
            <a:off x="822960" y="4480560"/>
            <a:ext cx="457200" cy="822960"/>
          </a:xfrm>
          <a:prstGeom prst="rect">
            <a:avLst/>
          </a:prstGeom>
          <a:noFill/>
          <a:ln/>
        </p:spPr>
        <p:txBody>
          <a:bodyPr wrap="square" lIns="0" tIns="0" rIns="0" bIns="0" rtlCol="0" anchor="ctr"/>
          <a:lstStyle/>
          <a:p>
            <a:pPr marL="0" indent="0">
              <a:buNone/>
            </a:pPr>
            <a:r>
              <a:rPr lang="en-US" sz="2400" b="1" dirty="0">
                <a:solidFill>
                  <a:srgbClr val="E08A1E"/>
                </a:solidFill>
                <a:latin typeface="Arial" pitchFamily="34" charset="0"/>
                <a:ea typeface="Arial" pitchFamily="34" charset="-122"/>
                <a:cs typeface="Arial" pitchFamily="34" charset="-120"/>
              </a:rPr>
              <a:t>4</a:t>
            </a:r>
            <a:endParaRPr lang="en-US" sz="2400" dirty="0"/>
          </a:p>
        </p:txBody>
      </p:sp>
      <p:sp>
        <p:nvSpPr>
          <p:cNvPr id="19" name="Text 16"/>
          <p:cNvSpPr txBox="1"/>
          <p:nvPr/>
        </p:nvSpPr>
        <p:spPr>
          <a:xfrm>
            <a:off x="1554480" y="4480560"/>
            <a:ext cx="5486400" cy="822960"/>
          </a:xfrm>
          <a:prstGeom prst="rect">
            <a:avLst/>
          </a:prstGeom>
          <a:noFill/>
          <a:ln/>
        </p:spPr>
        <p:txBody>
          <a:bodyPr wrap="square" lIns="0" tIns="0" rIns="0" bIns="0" rtlCol="0" anchor="ctr"/>
          <a:lstStyle/>
          <a:p>
            <a:pPr marL="0" indent="0">
              <a:buNone/>
            </a:pPr>
            <a:r>
              <a:rPr lang="en-US" sz="2000" b="1" dirty="0">
                <a:solidFill>
                  <a:srgbClr val="1F2328"/>
                </a:solidFill>
                <a:latin typeface="Arial" pitchFamily="34" charset="0"/>
                <a:ea typeface="Arial" pitchFamily="34" charset="-122"/>
                <a:cs typeface="Arial" pitchFamily="34" charset="-120"/>
              </a:rPr>
              <a:t>Dimas</a:t>
            </a:r>
            <a:endParaRPr lang="en-US" sz="2000" dirty="0"/>
          </a:p>
        </p:txBody>
      </p:sp>
      <p:sp>
        <p:nvSpPr>
          <p:cNvPr id="20" name="Text 17"/>
          <p:cNvSpPr txBox="1"/>
          <p:nvPr/>
        </p:nvSpPr>
        <p:spPr>
          <a:xfrm>
            <a:off x="7772400" y="4480560"/>
            <a:ext cx="3566160" cy="822960"/>
          </a:xfrm>
          <a:prstGeom prst="rect">
            <a:avLst/>
          </a:prstGeom>
          <a:noFill/>
          <a:ln/>
        </p:spPr>
        <p:txBody>
          <a:bodyPr wrap="square" lIns="0" tIns="0" rIns="0" bIns="0" rtlCol="0" anchor="ctr"/>
          <a:lstStyle/>
          <a:p>
            <a:pPr marL="0" indent="0" algn="r">
              <a:buNone/>
            </a:pPr>
            <a:r>
              <a:rPr lang="en-US" sz="2000" dirty="0">
                <a:solidFill>
                  <a:srgbClr val="505A66"/>
                </a:solidFill>
                <a:latin typeface="Arial" pitchFamily="34" charset="0"/>
                <a:ea typeface="Arial" pitchFamily="34" charset="-122"/>
                <a:cs typeface="Arial" pitchFamily="34" charset="-120"/>
              </a:rPr>
              <a:t>1240</a:t>
            </a:r>
            <a:endParaRPr lang="en-US" sz="2000" dirty="0"/>
          </a:p>
        </p:txBody>
      </p:sp>
      <p:sp>
        <p:nvSpPr>
          <p:cNvPr id="25" name="Slide Number Placeholder 0"/>
          <p:cNvSpPr>
            <a:spLocks noGrp="1"/>
          </p:cNvSpPr>
          <p:nvPr>
            <p:ph type="sldNum" sz="quarter" idx="4294967295"/>
          </p:nvPr>
        </p:nvSpPr>
        <p:spPr>
          <a:xfrm>
            <a:off x="10725912" y="274320"/>
            <a:ext cx="91440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200">
                <a:solidFill>
                  <a:srgbClr val="6B7A89"/>
                </a:solidFill>
                <a:latin typeface="Arial"/>
                <a:ea typeface="Arial"/>
                <a:cs typeface="Arial"/>
              </a:defRPr>
            </a:lvl1pPr>
          </a:lstStyle>
          <a:p>
            <a:pPr algn="r"/>
            <a:fld id="{F7021451-1387-4CA6-816F-3879F97B5CBC}" type="slidenum">
              <a:rPr lang="en-US" b="0"/>
              <a:t>2</a:t>
            </a:fld>
            <a:endParaRPr lang="en-US"/>
          </a:p>
        </p:txBody>
      </p:sp>
      <p:sp>
        <p:nvSpPr>
          <p:cNvPr id="4" name="Shape 14">
            <a:extLst>
              <a:ext uri="{FF2B5EF4-FFF2-40B4-BE49-F238E27FC236}">
                <a16:creationId xmlns:a16="http://schemas.microsoft.com/office/drawing/2014/main" id="{0166BF94-7343-3162-7959-3AE3B4248B4A}"/>
              </a:ext>
            </a:extLst>
          </p:cNvPr>
          <p:cNvSpPr/>
          <p:nvPr/>
        </p:nvSpPr>
        <p:spPr>
          <a:xfrm>
            <a:off x="562495" y="5458229"/>
            <a:ext cx="11091672" cy="822960"/>
          </a:xfrm>
          <a:prstGeom prst="rect">
            <a:avLst/>
          </a:prstGeom>
          <a:solidFill>
            <a:srgbClr val="F1EFEA"/>
          </a:solidFill>
          <a:ln/>
        </p:spPr>
        <p:txBody>
          <a:bodyPr/>
          <a:lstStyle/>
          <a:p>
            <a:endParaRPr lang="en-ID" dirty="0"/>
          </a:p>
        </p:txBody>
      </p:sp>
      <p:sp>
        <p:nvSpPr>
          <p:cNvPr id="22" name="Text 15">
            <a:extLst>
              <a:ext uri="{FF2B5EF4-FFF2-40B4-BE49-F238E27FC236}">
                <a16:creationId xmlns:a16="http://schemas.microsoft.com/office/drawing/2014/main" id="{C0122A75-116A-5CFD-BB40-933689570B59}"/>
              </a:ext>
            </a:extLst>
          </p:cNvPr>
          <p:cNvSpPr txBox="1"/>
          <p:nvPr/>
        </p:nvSpPr>
        <p:spPr>
          <a:xfrm>
            <a:off x="822960" y="5440680"/>
            <a:ext cx="457200" cy="822960"/>
          </a:xfrm>
          <a:prstGeom prst="rect">
            <a:avLst/>
          </a:prstGeom>
          <a:noFill/>
          <a:ln/>
        </p:spPr>
        <p:txBody>
          <a:bodyPr wrap="square" lIns="0" tIns="0" rIns="0" bIns="0" rtlCol="0" anchor="ctr"/>
          <a:lstStyle/>
          <a:p>
            <a:pPr marL="0" indent="0">
              <a:buNone/>
            </a:pPr>
            <a:r>
              <a:rPr lang="en-US" sz="2400" b="1" dirty="0">
                <a:solidFill>
                  <a:srgbClr val="E08A1E"/>
                </a:solidFill>
                <a:latin typeface="Arial" pitchFamily="34" charset="0"/>
                <a:cs typeface="Arial" pitchFamily="34" charset="-120"/>
              </a:rPr>
              <a:t>5</a:t>
            </a:r>
            <a:endParaRPr lang="en-US" sz="2400" dirty="0"/>
          </a:p>
        </p:txBody>
      </p:sp>
      <p:sp>
        <p:nvSpPr>
          <p:cNvPr id="28" name="Text 16">
            <a:extLst>
              <a:ext uri="{FF2B5EF4-FFF2-40B4-BE49-F238E27FC236}">
                <a16:creationId xmlns:a16="http://schemas.microsoft.com/office/drawing/2014/main" id="{046E1781-05BB-6AEE-C465-E6366C649021}"/>
              </a:ext>
            </a:extLst>
          </p:cNvPr>
          <p:cNvSpPr txBox="1"/>
          <p:nvPr/>
        </p:nvSpPr>
        <p:spPr>
          <a:xfrm>
            <a:off x="1540625" y="5404658"/>
            <a:ext cx="5486400" cy="822960"/>
          </a:xfrm>
          <a:prstGeom prst="rect">
            <a:avLst/>
          </a:prstGeom>
          <a:noFill/>
          <a:ln/>
        </p:spPr>
        <p:txBody>
          <a:bodyPr wrap="square" lIns="0" tIns="0" rIns="0" bIns="0" rtlCol="0" anchor="ctr"/>
          <a:lstStyle/>
          <a:p>
            <a:pPr marL="0" indent="0">
              <a:buNone/>
            </a:pPr>
            <a:r>
              <a:rPr lang="en-US" sz="2000" b="1" dirty="0">
                <a:solidFill>
                  <a:srgbClr val="1F2328"/>
                </a:solidFill>
                <a:latin typeface="Arial" pitchFamily="34" charset="0"/>
                <a:cs typeface="Arial" pitchFamily="34" charset="-120"/>
              </a:rPr>
              <a:t>Emirsyah </a:t>
            </a:r>
            <a:r>
              <a:rPr lang="en-US" sz="2000" b="1" dirty="0" err="1">
                <a:solidFill>
                  <a:srgbClr val="1F2328"/>
                </a:solidFill>
                <a:latin typeface="Arial" pitchFamily="34" charset="0"/>
                <a:cs typeface="Arial" pitchFamily="34" charset="-120"/>
              </a:rPr>
              <a:t>Natha</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t"/>
          <a:lstStyle/>
          <a:p>
            <a:pPr marL="0" indent="0">
              <a:buNone/>
            </a:pPr>
            <a:r>
              <a:rPr lang="en-US" sz="1200" b="1" kern="0" spc="300" dirty="0">
                <a:solidFill>
                  <a:srgbClr val="466018"/>
                </a:solidFill>
                <a:latin typeface="Arial" pitchFamily="34" charset="0"/>
                <a:ea typeface="Arial" pitchFamily="34" charset="-122"/>
                <a:cs typeface="Arial" pitchFamily="34" charset="-120"/>
              </a:rPr>
              <a:t>02  ·  LATAR</a:t>
            </a:r>
            <a:endParaRPr lang="en-US" sz="1200" dirty="0"/>
          </a:p>
        </p:txBody>
      </p:sp>
      <p:sp>
        <p:nvSpPr>
          <p:cNvPr id="3" name="Text 1"/>
          <p:cNvSpPr txBox="1"/>
          <p:nvPr/>
        </p:nvSpPr>
        <p:spPr>
          <a:xfrm>
            <a:off x="548640" y="338282"/>
            <a:ext cx="11064240" cy="777240"/>
          </a:xfrm>
          <a:prstGeom prst="rect">
            <a:avLst/>
          </a:prstGeom>
          <a:noFill/>
          <a:ln/>
        </p:spPr>
        <p:txBody>
          <a:bodyPr wrap="square" lIns="0" tIns="0" rIns="0" bIns="0" rtlCol="0" anchor="ctr"/>
          <a:lstStyle/>
          <a:p>
            <a:pPr marL="0" indent="0">
              <a:buNone/>
            </a:pPr>
            <a:r>
              <a:rPr lang="en-US" sz="3400" b="1" dirty="0">
                <a:solidFill>
                  <a:srgbClr val="1F2328"/>
                </a:solidFill>
                <a:latin typeface="Arial" pitchFamily="34" charset="0"/>
                <a:ea typeface="Arial" pitchFamily="34" charset="-122"/>
                <a:cs typeface="Arial" pitchFamily="34" charset="-120"/>
              </a:rPr>
              <a:t>Tim penyusun</a:t>
            </a:r>
            <a:endParaRPr lang="en-US" sz="3400" dirty="0"/>
          </a:p>
        </p:txBody>
      </p:sp>
      <p:sp>
        <p:nvSpPr>
          <p:cNvPr id="5" name="Shape 2"/>
          <p:cNvSpPr/>
          <p:nvPr/>
        </p:nvSpPr>
        <p:spPr>
          <a:xfrm>
            <a:off x="562495" y="1466273"/>
            <a:ext cx="11091672" cy="822960"/>
          </a:xfrm>
          <a:prstGeom prst="rect">
            <a:avLst/>
          </a:prstGeom>
          <a:solidFill>
            <a:srgbClr val="F1EFEA"/>
          </a:solidFill>
          <a:ln/>
        </p:spPr>
        <p:txBody>
          <a:bodyPr/>
          <a:lstStyle/>
          <a:p>
            <a:endParaRPr lang="en-ID" dirty="0"/>
          </a:p>
        </p:txBody>
      </p:sp>
      <p:sp>
        <p:nvSpPr>
          <p:cNvPr id="6" name="Text 3"/>
          <p:cNvSpPr txBox="1"/>
          <p:nvPr/>
        </p:nvSpPr>
        <p:spPr>
          <a:xfrm>
            <a:off x="768743" y="1456805"/>
            <a:ext cx="457200" cy="822960"/>
          </a:xfrm>
          <a:prstGeom prst="rect">
            <a:avLst/>
          </a:prstGeom>
          <a:noFill/>
          <a:ln/>
        </p:spPr>
        <p:txBody>
          <a:bodyPr wrap="square" lIns="0" tIns="0" rIns="0" bIns="0" rtlCol="0" anchor="ctr"/>
          <a:lstStyle/>
          <a:p>
            <a:pPr marL="0" indent="0">
              <a:buNone/>
            </a:pPr>
            <a:r>
              <a:rPr lang="en-US" sz="2400" b="1" dirty="0">
                <a:solidFill>
                  <a:srgbClr val="E08A1E"/>
                </a:solidFill>
                <a:latin typeface="Arial" pitchFamily="34" charset="0"/>
                <a:cs typeface="Arial" pitchFamily="34" charset="-120"/>
              </a:rPr>
              <a:t>6</a:t>
            </a:r>
            <a:endParaRPr lang="en-US" sz="2400" dirty="0"/>
          </a:p>
        </p:txBody>
      </p:sp>
      <p:sp>
        <p:nvSpPr>
          <p:cNvPr id="7" name="Text 4"/>
          <p:cNvSpPr txBox="1"/>
          <p:nvPr/>
        </p:nvSpPr>
        <p:spPr>
          <a:xfrm>
            <a:off x="1280160" y="1448724"/>
            <a:ext cx="5486400" cy="822960"/>
          </a:xfrm>
          <a:prstGeom prst="rect">
            <a:avLst/>
          </a:prstGeom>
          <a:noFill/>
          <a:ln/>
        </p:spPr>
        <p:txBody>
          <a:bodyPr wrap="square" lIns="0" tIns="0" rIns="0" bIns="0" rtlCol="0" anchor="ctr"/>
          <a:lstStyle/>
          <a:p>
            <a:pPr marL="0" indent="0">
              <a:buNone/>
            </a:pPr>
            <a:r>
              <a:rPr lang="en-US" sz="2000" dirty="0" err="1"/>
              <a:t>Bagus</a:t>
            </a:r>
            <a:endParaRPr lang="en-US" sz="2000" dirty="0"/>
          </a:p>
        </p:txBody>
      </p:sp>
      <p:sp>
        <p:nvSpPr>
          <p:cNvPr id="8" name="Text 5"/>
          <p:cNvSpPr txBox="1"/>
          <p:nvPr/>
        </p:nvSpPr>
        <p:spPr>
          <a:xfrm>
            <a:off x="7813040" y="1386609"/>
            <a:ext cx="3566160" cy="822960"/>
          </a:xfrm>
          <a:prstGeom prst="rect">
            <a:avLst/>
          </a:prstGeom>
          <a:noFill/>
          <a:ln/>
        </p:spPr>
        <p:txBody>
          <a:bodyPr wrap="square" lIns="0" tIns="0" rIns="0" bIns="0" rtlCol="0" anchor="ctr"/>
          <a:lstStyle/>
          <a:p>
            <a:pPr marL="0" indent="0" algn="r">
              <a:buNone/>
            </a:pPr>
            <a:r>
              <a:rPr lang="en-US" sz="2000" dirty="0">
                <a:solidFill>
                  <a:srgbClr val="505A66"/>
                </a:solidFill>
                <a:latin typeface="Arial" pitchFamily="34" charset="0"/>
                <a:ea typeface="Arial" pitchFamily="34" charset="-122"/>
                <a:cs typeface="Arial" pitchFamily="34" charset="-120"/>
              </a:rPr>
              <a:t>1240]</a:t>
            </a:r>
            <a:endParaRPr lang="en-US" sz="2000" dirty="0"/>
          </a:p>
        </p:txBody>
      </p:sp>
      <p:sp>
        <p:nvSpPr>
          <p:cNvPr id="10" name="Text 7"/>
          <p:cNvSpPr txBox="1"/>
          <p:nvPr/>
        </p:nvSpPr>
        <p:spPr>
          <a:xfrm>
            <a:off x="795528" y="2552007"/>
            <a:ext cx="457200" cy="822960"/>
          </a:xfrm>
          <a:prstGeom prst="rect">
            <a:avLst/>
          </a:prstGeom>
          <a:noFill/>
          <a:ln/>
        </p:spPr>
        <p:txBody>
          <a:bodyPr wrap="square" lIns="0" tIns="0" rIns="0" bIns="0" rtlCol="0" anchor="ctr"/>
          <a:lstStyle/>
          <a:p>
            <a:pPr marL="0" indent="0">
              <a:buNone/>
            </a:pPr>
            <a:endParaRPr lang="en-US" sz="2400" dirty="0"/>
          </a:p>
        </p:txBody>
      </p:sp>
      <p:sp>
        <p:nvSpPr>
          <p:cNvPr id="12" name="Text 9"/>
          <p:cNvSpPr txBox="1"/>
          <p:nvPr/>
        </p:nvSpPr>
        <p:spPr>
          <a:xfrm>
            <a:off x="7772400" y="2560320"/>
            <a:ext cx="3566160" cy="822960"/>
          </a:xfrm>
          <a:prstGeom prst="rect">
            <a:avLst/>
          </a:prstGeom>
          <a:noFill/>
          <a:ln/>
        </p:spPr>
        <p:txBody>
          <a:bodyPr wrap="square" lIns="0" tIns="0" rIns="0" bIns="0" rtlCol="0" anchor="ctr"/>
          <a:lstStyle/>
          <a:p>
            <a:pPr marL="0" indent="0" algn="r">
              <a:buNone/>
            </a:pPr>
            <a:endParaRPr lang="en-US" sz="2000" dirty="0"/>
          </a:p>
        </p:txBody>
      </p:sp>
      <p:sp>
        <p:nvSpPr>
          <p:cNvPr id="14" name="Text 11"/>
          <p:cNvSpPr txBox="1"/>
          <p:nvPr/>
        </p:nvSpPr>
        <p:spPr>
          <a:xfrm>
            <a:off x="822960" y="3520440"/>
            <a:ext cx="457200" cy="822960"/>
          </a:xfrm>
          <a:prstGeom prst="rect">
            <a:avLst/>
          </a:prstGeom>
          <a:noFill/>
          <a:ln/>
        </p:spPr>
        <p:txBody>
          <a:bodyPr wrap="square" lIns="0" tIns="0" rIns="0" bIns="0" rtlCol="0" anchor="ctr"/>
          <a:lstStyle/>
          <a:p>
            <a:pPr marL="0" indent="0">
              <a:buNone/>
            </a:pPr>
            <a:endParaRPr lang="en-US" sz="2400" dirty="0"/>
          </a:p>
        </p:txBody>
      </p:sp>
      <p:sp>
        <p:nvSpPr>
          <p:cNvPr id="16" name="Text 13"/>
          <p:cNvSpPr txBox="1"/>
          <p:nvPr/>
        </p:nvSpPr>
        <p:spPr>
          <a:xfrm>
            <a:off x="7772400" y="3520440"/>
            <a:ext cx="3566160" cy="822960"/>
          </a:xfrm>
          <a:prstGeom prst="rect">
            <a:avLst/>
          </a:prstGeom>
          <a:noFill/>
          <a:ln/>
        </p:spPr>
        <p:txBody>
          <a:bodyPr wrap="square" lIns="0" tIns="0" rIns="0" bIns="0" rtlCol="0" anchor="ctr"/>
          <a:lstStyle/>
          <a:p>
            <a:pPr marL="0" indent="0" algn="r">
              <a:buNone/>
            </a:pPr>
            <a:endParaRPr lang="en-US" sz="2000" dirty="0"/>
          </a:p>
        </p:txBody>
      </p:sp>
      <p:sp>
        <p:nvSpPr>
          <p:cNvPr id="18" name="Text 15"/>
          <p:cNvSpPr txBox="1"/>
          <p:nvPr/>
        </p:nvSpPr>
        <p:spPr>
          <a:xfrm>
            <a:off x="822960" y="4480560"/>
            <a:ext cx="457200" cy="822960"/>
          </a:xfrm>
          <a:prstGeom prst="rect">
            <a:avLst/>
          </a:prstGeom>
          <a:noFill/>
          <a:ln/>
        </p:spPr>
        <p:txBody>
          <a:bodyPr wrap="square" lIns="0" tIns="0" rIns="0" bIns="0" rtlCol="0" anchor="ctr"/>
          <a:lstStyle/>
          <a:p>
            <a:pPr marL="0" indent="0">
              <a:buNone/>
            </a:pPr>
            <a:endParaRPr lang="en-US" sz="2400" dirty="0"/>
          </a:p>
        </p:txBody>
      </p:sp>
      <p:sp>
        <p:nvSpPr>
          <p:cNvPr id="19" name="Text 16"/>
          <p:cNvSpPr txBox="1"/>
          <p:nvPr/>
        </p:nvSpPr>
        <p:spPr>
          <a:xfrm>
            <a:off x="1554480" y="4480560"/>
            <a:ext cx="5486400" cy="822960"/>
          </a:xfrm>
          <a:prstGeom prst="rect">
            <a:avLst/>
          </a:prstGeom>
          <a:noFill/>
          <a:ln/>
        </p:spPr>
        <p:txBody>
          <a:bodyPr wrap="square" lIns="0" tIns="0" rIns="0" bIns="0" rtlCol="0" anchor="ctr"/>
          <a:lstStyle/>
          <a:p>
            <a:pPr marL="0" indent="0">
              <a:buNone/>
            </a:pPr>
            <a:endParaRPr lang="en-US" sz="2000" dirty="0"/>
          </a:p>
        </p:txBody>
      </p:sp>
      <p:sp>
        <p:nvSpPr>
          <p:cNvPr id="25" name="Slide Number Placeholder 0"/>
          <p:cNvSpPr>
            <a:spLocks noGrp="1"/>
          </p:cNvSpPr>
          <p:nvPr>
            <p:ph type="sldNum" sz="quarter" idx="4294967295"/>
          </p:nvPr>
        </p:nvSpPr>
        <p:spPr>
          <a:xfrm>
            <a:off x="10725912" y="274320"/>
            <a:ext cx="91440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200">
                <a:solidFill>
                  <a:srgbClr val="6B7A89"/>
                </a:solidFill>
                <a:latin typeface="Arial"/>
                <a:ea typeface="Arial"/>
                <a:cs typeface="Arial"/>
              </a:defRPr>
            </a:lvl1pPr>
          </a:lstStyle>
          <a:p>
            <a:pPr algn="r"/>
            <a:fld id="{F7021451-1387-4CA6-816F-3879F97B5CBC}" type="slidenum">
              <a:rPr lang="en-US" b="0"/>
              <a:t>3</a:t>
            </a:fld>
            <a:endParaRPr lang="en-US"/>
          </a:p>
        </p:txBody>
      </p:sp>
      <p:sp>
        <p:nvSpPr>
          <p:cNvPr id="22" name="Text 15">
            <a:extLst>
              <a:ext uri="{FF2B5EF4-FFF2-40B4-BE49-F238E27FC236}">
                <a16:creationId xmlns:a16="http://schemas.microsoft.com/office/drawing/2014/main" id="{C0122A75-116A-5CFD-BB40-933689570B59}"/>
              </a:ext>
            </a:extLst>
          </p:cNvPr>
          <p:cNvSpPr txBox="1"/>
          <p:nvPr/>
        </p:nvSpPr>
        <p:spPr>
          <a:xfrm>
            <a:off x="822960" y="5440680"/>
            <a:ext cx="457200" cy="822960"/>
          </a:xfrm>
          <a:prstGeom prst="rect">
            <a:avLst/>
          </a:prstGeom>
          <a:noFill/>
          <a:ln/>
        </p:spPr>
        <p:txBody>
          <a:bodyPr wrap="square" lIns="0" tIns="0" rIns="0" bIns="0" rtlCol="0" anchor="ctr"/>
          <a:lstStyle/>
          <a:p>
            <a:pPr marL="0" indent="0">
              <a:buNone/>
            </a:pPr>
            <a:endParaRPr lang="en-US" sz="2400" dirty="0"/>
          </a:p>
        </p:txBody>
      </p:sp>
      <p:sp>
        <p:nvSpPr>
          <p:cNvPr id="28" name="Text 16">
            <a:extLst>
              <a:ext uri="{FF2B5EF4-FFF2-40B4-BE49-F238E27FC236}">
                <a16:creationId xmlns:a16="http://schemas.microsoft.com/office/drawing/2014/main" id="{046E1781-05BB-6AEE-C465-E6366C649021}"/>
              </a:ext>
            </a:extLst>
          </p:cNvPr>
          <p:cNvSpPr txBox="1"/>
          <p:nvPr/>
        </p:nvSpPr>
        <p:spPr>
          <a:xfrm>
            <a:off x="1540625" y="5404658"/>
            <a:ext cx="5486400" cy="822960"/>
          </a:xfrm>
          <a:prstGeom prst="rect">
            <a:avLst/>
          </a:prstGeom>
          <a:noFill/>
          <a:ln/>
        </p:spPr>
        <p:txBody>
          <a:bodyPr wrap="square" lIns="0" tIns="0" rIns="0" bIns="0" rtlCol="0" anchor="ctr"/>
          <a:lstStyle/>
          <a:p>
            <a:pPr marL="0" indent="0">
              <a:buNone/>
            </a:pPr>
            <a:endParaRPr lang="en-US" sz="2000" dirty="0"/>
          </a:p>
        </p:txBody>
      </p:sp>
    </p:spTree>
    <p:extLst>
      <p:ext uri="{BB962C8B-B14F-4D97-AF65-F5344CB8AC3E}">
        <p14:creationId xmlns:p14="http://schemas.microsoft.com/office/powerpoint/2010/main" val="12381923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t"/>
          <a:lstStyle/>
          <a:p>
            <a:pPr marL="0" indent="0">
              <a:buNone/>
            </a:pPr>
            <a:r>
              <a:rPr lang="en-US" sz="1200" b="1" kern="0" spc="300" dirty="0">
                <a:solidFill>
                  <a:srgbClr val="466018"/>
                </a:solidFill>
                <a:latin typeface="Arial" pitchFamily="34" charset="0"/>
                <a:ea typeface="Arial" pitchFamily="34" charset="-122"/>
                <a:cs typeface="Arial" pitchFamily="34" charset="-120"/>
              </a:rPr>
              <a:t>03  ·  LATAR</a:t>
            </a:r>
            <a:endParaRPr lang="en-US" sz="1200" dirty="0"/>
          </a:p>
        </p:txBody>
      </p:sp>
      <p:sp>
        <p:nvSpPr>
          <p:cNvPr id="3" name="Text 1"/>
          <p:cNvSpPr txBox="1"/>
          <p:nvPr/>
        </p:nvSpPr>
        <p:spPr>
          <a:xfrm>
            <a:off x="548640" y="640080"/>
            <a:ext cx="11064240" cy="777240"/>
          </a:xfrm>
          <a:prstGeom prst="rect">
            <a:avLst/>
          </a:prstGeom>
          <a:noFill/>
          <a:ln/>
        </p:spPr>
        <p:txBody>
          <a:bodyPr wrap="square" lIns="0" tIns="0" rIns="0" bIns="0" rtlCol="0" anchor="ctr"/>
          <a:lstStyle/>
          <a:p>
            <a:pPr marL="0" indent="0">
              <a:buNone/>
            </a:pPr>
            <a:r>
              <a:rPr lang="en-US" sz="3400" b="1" dirty="0">
                <a:solidFill>
                  <a:srgbClr val="1F2328"/>
                </a:solidFill>
                <a:latin typeface="Arial" pitchFamily="34" charset="0"/>
                <a:ea typeface="Arial" pitchFamily="34" charset="-122"/>
                <a:cs typeface="Arial" pitchFamily="34" charset="-120"/>
              </a:rPr>
              <a:t>Pertanyaan yang ingin dijawab</a:t>
            </a:r>
            <a:endParaRPr lang="en-US" sz="3400" dirty="0"/>
          </a:p>
        </p:txBody>
      </p:sp>
      <p:sp>
        <p:nvSpPr>
          <p:cNvPr id="5" name="Text 2"/>
          <p:cNvSpPr txBox="1"/>
          <p:nvPr/>
        </p:nvSpPr>
        <p:spPr>
          <a:xfrm>
            <a:off x="548640" y="1600200"/>
            <a:ext cx="4572000" cy="274320"/>
          </a:xfrm>
          <a:prstGeom prst="rect">
            <a:avLst/>
          </a:prstGeom>
          <a:noFill/>
          <a:ln/>
        </p:spPr>
        <p:txBody>
          <a:bodyPr wrap="square" lIns="0" tIns="0" rIns="0" bIns="0" rtlCol="0" anchor="t"/>
          <a:lstStyle/>
          <a:p>
            <a:pPr marL="0" indent="0">
              <a:buNone/>
            </a:pPr>
            <a:r>
              <a:rPr lang="en-US" sz="1400" b="1" kern="0" spc="200" dirty="0">
                <a:solidFill>
                  <a:srgbClr val="9C4A0B"/>
                </a:solidFill>
                <a:latin typeface="Arial" pitchFamily="34" charset="0"/>
                <a:ea typeface="Arial" pitchFamily="34" charset="-122"/>
                <a:cs typeface="Arial" pitchFamily="34" charset="-120"/>
              </a:rPr>
              <a:t>PERTANYAAN</a:t>
            </a:r>
            <a:endParaRPr lang="en-US" sz="1400" dirty="0"/>
          </a:p>
        </p:txBody>
      </p:sp>
      <p:sp>
        <p:nvSpPr>
          <p:cNvPr id="6" name="Text 3"/>
          <p:cNvSpPr txBox="1"/>
          <p:nvPr/>
        </p:nvSpPr>
        <p:spPr>
          <a:xfrm>
            <a:off x="548640" y="1920240"/>
            <a:ext cx="5394960" cy="1737360"/>
          </a:xfrm>
          <a:prstGeom prst="rect">
            <a:avLst/>
          </a:prstGeom>
          <a:noFill/>
          <a:ln/>
        </p:spPr>
        <p:txBody>
          <a:bodyPr wrap="square" lIns="0" tIns="0" rIns="0" bIns="0" rtlCol="0" anchor="t"/>
          <a:lstStyle/>
          <a:p>
            <a:pPr marL="0" indent="0">
              <a:buNone/>
            </a:pPr>
            <a:r>
              <a:rPr lang="en-US" sz="2400" b="1" dirty="0">
                <a:solidFill>
                  <a:srgbClr val="1F2328"/>
                </a:solidFill>
                <a:latin typeface="Arial" pitchFamily="34" charset="0"/>
                <a:ea typeface="Arial" pitchFamily="34" charset="-122"/>
                <a:cs typeface="Arial" pitchFamily="34" charset="-120"/>
              </a:rPr>
              <a:t>Seberapa lama satu orang biasanya berada di Kantin FST, dan bagaimana sebaran waktunya?</a:t>
            </a:r>
            <a:endParaRPr lang="en-US" sz="2400" dirty="0"/>
          </a:p>
        </p:txBody>
      </p:sp>
      <p:sp>
        <p:nvSpPr>
          <p:cNvPr id="7" name="Text 4"/>
          <p:cNvSpPr txBox="1"/>
          <p:nvPr/>
        </p:nvSpPr>
        <p:spPr>
          <a:xfrm>
            <a:off x="548640" y="3840480"/>
            <a:ext cx="4572000" cy="274320"/>
          </a:xfrm>
          <a:prstGeom prst="rect">
            <a:avLst/>
          </a:prstGeom>
          <a:noFill/>
          <a:ln/>
        </p:spPr>
        <p:txBody>
          <a:bodyPr wrap="square" lIns="0" tIns="0" rIns="0" bIns="0" rtlCol="0" anchor="t"/>
          <a:lstStyle/>
          <a:p>
            <a:pPr marL="0" indent="0">
              <a:buNone/>
            </a:pPr>
            <a:r>
              <a:rPr lang="en-US" sz="1400" b="1" kern="0" spc="200" dirty="0">
                <a:solidFill>
                  <a:srgbClr val="466018"/>
                </a:solidFill>
                <a:latin typeface="Arial" pitchFamily="34" charset="0"/>
                <a:ea typeface="Arial" pitchFamily="34" charset="-122"/>
                <a:cs typeface="Arial" pitchFamily="34" charset="-120"/>
              </a:rPr>
              <a:t>TARGET</a:t>
            </a:r>
            <a:endParaRPr lang="en-US" sz="1400" dirty="0"/>
          </a:p>
        </p:txBody>
      </p:sp>
      <p:sp>
        <p:nvSpPr>
          <p:cNvPr id="8" name="Text 5"/>
          <p:cNvSpPr txBox="1"/>
          <p:nvPr/>
        </p:nvSpPr>
        <p:spPr>
          <a:xfrm>
            <a:off x="548640" y="4160520"/>
            <a:ext cx="5394960" cy="1737360"/>
          </a:xfrm>
          <a:prstGeom prst="rect">
            <a:avLst/>
          </a:prstGeom>
          <a:noFill/>
          <a:ln/>
        </p:spPr>
        <p:txBody>
          <a:bodyPr wrap="square" lIns="0" tIns="0" rIns="0" bIns="0" rtlCol="0" anchor="t"/>
          <a:lstStyle/>
          <a:p>
            <a:pPr marL="0" indent="0">
              <a:buNone/>
            </a:pPr>
            <a:r>
              <a:rPr lang="en-US" sz="2400" b="1" dirty="0">
                <a:solidFill>
                  <a:srgbClr val="1F2328"/>
                </a:solidFill>
                <a:latin typeface="Arial" pitchFamily="34" charset="0"/>
                <a:ea typeface="Arial" pitchFamily="34" charset="-122"/>
                <a:cs typeface="Arial" pitchFamily="34" charset="-120"/>
              </a:rPr>
              <a:t>Membangun model durasi dari data lapangan, lalu menguji apakah model itu bisa menghasilkan data tiruan yang mirip aslinya.</a:t>
            </a:r>
            <a:endParaRPr lang="en-US" sz="2400" dirty="0"/>
          </a:p>
        </p:txBody>
      </p:sp>
      <p:sp>
        <p:nvSpPr>
          <p:cNvPr id="9" name="Shape 6"/>
          <p:cNvSpPr/>
          <p:nvPr/>
        </p:nvSpPr>
        <p:spPr>
          <a:xfrm>
            <a:off x="6400800" y="1600200"/>
            <a:ext cx="5239512" cy="960120"/>
          </a:xfrm>
          <a:prstGeom prst="rect">
            <a:avLst/>
          </a:prstGeom>
          <a:solidFill>
            <a:srgbClr val="E6EDD6"/>
          </a:solidFill>
          <a:ln/>
        </p:spPr>
      </p:sp>
      <p:sp>
        <p:nvSpPr>
          <p:cNvPr id="10" name="Text 7"/>
          <p:cNvSpPr txBox="1"/>
          <p:nvPr/>
        </p:nvSpPr>
        <p:spPr>
          <a:xfrm>
            <a:off x="6629400" y="1709928"/>
            <a:ext cx="4572000" cy="274320"/>
          </a:xfrm>
          <a:prstGeom prst="rect">
            <a:avLst/>
          </a:prstGeom>
          <a:noFill/>
          <a:ln/>
        </p:spPr>
        <p:txBody>
          <a:bodyPr wrap="square" lIns="0" tIns="0" rIns="0" bIns="0" rtlCol="0" anchor="t"/>
          <a:lstStyle/>
          <a:p>
            <a:pPr marL="0" indent="0">
              <a:buNone/>
            </a:pPr>
            <a:r>
              <a:rPr lang="en-US" sz="1400" b="1" kern="0" spc="200" dirty="0">
                <a:solidFill>
                  <a:srgbClr val="466018"/>
                </a:solidFill>
                <a:latin typeface="Arial" pitchFamily="34" charset="0"/>
                <a:ea typeface="Arial" pitchFamily="34" charset="-122"/>
                <a:cs typeface="Arial" pitchFamily="34" charset="-120"/>
              </a:rPr>
              <a:t>TEMPAT</a:t>
            </a:r>
            <a:endParaRPr lang="en-US" sz="1400" dirty="0"/>
          </a:p>
        </p:txBody>
      </p:sp>
      <p:sp>
        <p:nvSpPr>
          <p:cNvPr id="11" name="Text 8"/>
          <p:cNvSpPr txBox="1"/>
          <p:nvPr/>
        </p:nvSpPr>
        <p:spPr>
          <a:xfrm>
            <a:off x="6629400" y="2011680"/>
            <a:ext cx="4846320" cy="502920"/>
          </a:xfrm>
          <a:prstGeom prst="rect">
            <a:avLst/>
          </a:prstGeom>
          <a:noFill/>
          <a:ln/>
        </p:spPr>
        <p:txBody>
          <a:bodyPr wrap="square" lIns="0" tIns="0" rIns="0" bIns="0" rtlCol="0" anchor="t"/>
          <a:lstStyle/>
          <a:p>
            <a:pPr marL="0" indent="0">
              <a:buNone/>
            </a:pPr>
            <a:r>
              <a:rPr lang="en-US" sz="1600" b="1" dirty="0">
                <a:solidFill>
                  <a:srgbClr val="1F2328"/>
                </a:solidFill>
                <a:latin typeface="Arial" pitchFamily="34" charset="0"/>
                <a:ea typeface="Arial" pitchFamily="34" charset="-122"/>
                <a:cs typeface="Arial" pitchFamily="34" charset="-120"/>
              </a:rPr>
              <a:t>Kantin FST</a:t>
            </a:r>
            <a:endParaRPr lang="en-US" sz="1600" dirty="0"/>
          </a:p>
        </p:txBody>
      </p:sp>
      <p:sp>
        <p:nvSpPr>
          <p:cNvPr id="12" name="Shape 9"/>
          <p:cNvSpPr/>
          <p:nvPr/>
        </p:nvSpPr>
        <p:spPr>
          <a:xfrm>
            <a:off x="6400800" y="2697480"/>
            <a:ext cx="5239512" cy="960120"/>
          </a:xfrm>
          <a:prstGeom prst="rect">
            <a:avLst/>
          </a:prstGeom>
          <a:solidFill>
            <a:srgbClr val="E6EDD6"/>
          </a:solidFill>
          <a:ln/>
        </p:spPr>
      </p:sp>
      <p:sp>
        <p:nvSpPr>
          <p:cNvPr id="13" name="Text 10"/>
          <p:cNvSpPr txBox="1"/>
          <p:nvPr/>
        </p:nvSpPr>
        <p:spPr>
          <a:xfrm>
            <a:off x="6629400" y="2807208"/>
            <a:ext cx="4572000" cy="274320"/>
          </a:xfrm>
          <a:prstGeom prst="rect">
            <a:avLst/>
          </a:prstGeom>
          <a:noFill/>
          <a:ln/>
        </p:spPr>
        <p:txBody>
          <a:bodyPr wrap="square" lIns="0" tIns="0" rIns="0" bIns="0" rtlCol="0" anchor="t"/>
          <a:lstStyle/>
          <a:p>
            <a:pPr marL="0" indent="0">
              <a:buNone/>
            </a:pPr>
            <a:r>
              <a:rPr lang="en-US" sz="1400" b="1" kern="0" spc="200" dirty="0">
                <a:solidFill>
                  <a:srgbClr val="466018"/>
                </a:solidFill>
                <a:latin typeface="Arial" pitchFamily="34" charset="0"/>
                <a:ea typeface="Arial" pitchFamily="34" charset="-122"/>
                <a:cs typeface="Arial" pitchFamily="34" charset="-120"/>
              </a:rPr>
              <a:t>JADWAL</a:t>
            </a:r>
            <a:endParaRPr lang="en-US" sz="1400" dirty="0"/>
          </a:p>
        </p:txBody>
      </p:sp>
      <p:sp>
        <p:nvSpPr>
          <p:cNvPr id="14" name="Text 11"/>
          <p:cNvSpPr txBox="1"/>
          <p:nvPr/>
        </p:nvSpPr>
        <p:spPr>
          <a:xfrm>
            <a:off x="6629400" y="3108960"/>
            <a:ext cx="4846320" cy="502920"/>
          </a:xfrm>
          <a:prstGeom prst="rect">
            <a:avLst/>
          </a:prstGeom>
          <a:noFill/>
          <a:ln/>
        </p:spPr>
        <p:txBody>
          <a:bodyPr wrap="square" lIns="0" tIns="0" rIns="0" bIns="0" rtlCol="0" anchor="t"/>
          <a:lstStyle/>
          <a:p>
            <a:pPr marL="0" indent="0">
              <a:buNone/>
            </a:pPr>
            <a:r>
              <a:rPr lang="en-US" sz="1600" b="1" dirty="0">
                <a:solidFill>
                  <a:srgbClr val="1F2328"/>
                </a:solidFill>
                <a:latin typeface="Arial" pitchFamily="34" charset="0"/>
                <a:ea typeface="Arial" pitchFamily="34" charset="-122"/>
                <a:cs typeface="Arial" pitchFamily="34" charset="-120"/>
              </a:rPr>
              <a:t>Senin, Selasa, Kamis, Jumat; sesi jam 10, 12, dan 15</a:t>
            </a:r>
            <a:endParaRPr lang="en-US" sz="1600" dirty="0"/>
          </a:p>
        </p:txBody>
      </p:sp>
      <p:sp>
        <p:nvSpPr>
          <p:cNvPr id="15" name="Shape 12"/>
          <p:cNvSpPr/>
          <p:nvPr/>
        </p:nvSpPr>
        <p:spPr>
          <a:xfrm>
            <a:off x="6400800" y="3794760"/>
            <a:ext cx="5239512" cy="960120"/>
          </a:xfrm>
          <a:prstGeom prst="rect">
            <a:avLst/>
          </a:prstGeom>
          <a:solidFill>
            <a:srgbClr val="E6EDD6"/>
          </a:solidFill>
          <a:ln/>
        </p:spPr>
      </p:sp>
      <p:sp>
        <p:nvSpPr>
          <p:cNvPr id="16" name="Text 13"/>
          <p:cNvSpPr txBox="1"/>
          <p:nvPr/>
        </p:nvSpPr>
        <p:spPr>
          <a:xfrm>
            <a:off x="6629400" y="3904488"/>
            <a:ext cx="4572000" cy="274320"/>
          </a:xfrm>
          <a:prstGeom prst="rect">
            <a:avLst/>
          </a:prstGeom>
          <a:noFill/>
          <a:ln/>
        </p:spPr>
        <p:txBody>
          <a:bodyPr wrap="square" lIns="0" tIns="0" rIns="0" bIns="0" rtlCol="0" anchor="t"/>
          <a:lstStyle/>
          <a:p>
            <a:pPr marL="0" indent="0">
              <a:buNone/>
            </a:pPr>
            <a:r>
              <a:rPr lang="en-US" sz="1400" b="1" kern="0" spc="200" dirty="0">
                <a:solidFill>
                  <a:srgbClr val="466018"/>
                </a:solidFill>
                <a:latin typeface="Arial" pitchFamily="34" charset="0"/>
                <a:ea typeface="Arial" pitchFamily="34" charset="-122"/>
                <a:cs typeface="Arial" pitchFamily="34" charset="-120"/>
              </a:rPr>
              <a:t>YANG DIUKUR</a:t>
            </a:r>
            <a:endParaRPr lang="en-US" sz="1400" dirty="0"/>
          </a:p>
        </p:txBody>
      </p:sp>
      <p:sp>
        <p:nvSpPr>
          <p:cNvPr id="17" name="Text 14"/>
          <p:cNvSpPr txBox="1"/>
          <p:nvPr/>
        </p:nvSpPr>
        <p:spPr>
          <a:xfrm>
            <a:off x="6629400" y="4206240"/>
            <a:ext cx="4846320" cy="502920"/>
          </a:xfrm>
          <a:prstGeom prst="rect">
            <a:avLst/>
          </a:prstGeom>
          <a:noFill/>
          <a:ln/>
        </p:spPr>
        <p:txBody>
          <a:bodyPr wrap="square" lIns="0" tIns="0" rIns="0" bIns="0" rtlCol="0" anchor="t"/>
          <a:lstStyle/>
          <a:p>
            <a:pPr marL="0" indent="0">
              <a:buNone/>
            </a:pPr>
            <a:r>
              <a:rPr lang="en-US" sz="1600" b="1" dirty="0">
                <a:solidFill>
                  <a:srgbClr val="1F2328"/>
                </a:solidFill>
                <a:latin typeface="Arial" pitchFamily="34" charset="0"/>
                <a:ea typeface="Arial" pitchFamily="34" charset="-122"/>
                <a:cs typeface="Arial" pitchFamily="34" charset="-120"/>
              </a:rPr>
              <a:t>Lama berada per orang (detik), hari, dan jam</a:t>
            </a:r>
            <a:endParaRPr lang="en-US" sz="1600" dirty="0"/>
          </a:p>
        </p:txBody>
      </p:sp>
      <p:sp>
        <p:nvSpPr>
          <p:cNvPr id="18" name="Shape 15"/>
          <p:cNvSpPr/>
          <p:nvPr/>
        </p:nvSpPr>
        <p:spPr>
          <a:xfrm>
            <a:off x="6400800" y="4892040"/>
            <a:ext cx="5239512" cy="960120"/>
          </a:xfrm>
          <a:prstGeom prst="rect">
            <a:avLst/>
          </a:prstGeom>
          <a:solidFill>
            <a:srgbClr val="E6EDD6"/>
          </a:solidFill>
          <a:ln/>
        </p:spPr>
      </p:sp>
      <p:sp>
        <p:nvSpPr>
          <p:cNvPr id="19" name="Text 16"/>
          <p:cNvSpPr txBox="1"/>
          <p:nvPr/>
        </p:nvSpPr>
        <p:spPr>
          <a:xfrm>
            <a:off x="6629400" y="5001768"/>
            <a:ext cx="4572000" cy="274320"/>
          </a:xfrm>
          <a:prstGeom prst="rect">
            <a:avLst/>
          </a:prstGeom>
          <a:noFill/>
          <a:ln/>
        </p:spPr>
        <p:txBody>
          <a:bodyPr wrap="square" lIns="0" tIns="0" rIns="0" bIns="0" rtlCol="0" anchor="t"/>
          <a:lstStyle/>
          <a:p>
            <a:pPr marL="0" indent="0">
              <a:buNone/>
            </a:pPr>
            <a:r>
              <a:rPr lang="en-US" sz="1400" b="1" kern="0" spc="200" dirty="0">
                <a:solidFill>
                  <a:srgbClr val="466018"/>
                </a:solidFill>
                <a:latin typeface="Arial" pitchFamily="34" charset="0"/>
                <a:ea typeface="Arial" pitchFamily="34" charset="-122"/>
                <a:cs typeface="Arial" pitchFamily="34" charset="-120"/>
              </a:rPr>
              <a:t>CATATAN LAPANGAN</a:t>
            </a:r>
            <a:endParaRPr lang="en-US" sz="1400" dirty="0"/>
          </a:p>
        </p:txBody>
      </p:sp>
      <p:sp>
        <p:nvSpPr>
          <p:cNvPr id="20" name="Text 17"/>
          <p:cNvSpPr txBox="1"/>
          <p:nvPr/>
        </p:nvSpPr>
        <p:spPr>
          <a:xfrm>
            <a:off x="6629400" y="5303520"/>
            <a:ext cx="4846320" cy="502920"/>
          </a:xfrm>
          <a:prstGeom prst="rect">
            <a:avLst/>
          </a:prstGeom>
          <a:noFill/>
          <a:ln/>
        </p:spPr>
        <p:txBody>
          <a:bodyPr wrap="square" lIns="0" tIns="0" rIns="0" bIns="0" rtlCol="0" anchor="t"/>
          <a:lstStyle/>
          <a:p>
            <a:pPr marL="0" indent="0">
              <a:buNone/>
            </a:pPr>
            <a:r>
              <a:rPr lang="en-US" sz="1600" b="1" dirty="0">
                <a:solidFill>
                  <a:srgbClr val="1F2328"/>
                </a:solidFill>
                <a:latin typeface="Arial" pitchFamily="34" charset="0"/>
                <a:ea typeface="Arial" pitchFamily="34" charset="-122"/>
                <a:cs typeface="Arial" pitchFamily="34" charset="-120"/>
              </a:rPr>
              <a:t>Sebagian besar pengunjung membeli makanan bungkus untuk dibawa keluar</a:t>
            </a:r>
            <a:endParaRPr lang="en-US" sz="1600" dirty="0"/>
          </a:p>
        </p:txBody>
      </p:sp>
      <p:sp>
        <p:nvSpPr>
          <p:cNvPr id="25" name="Slide Number Placeholder 0"/>
          <p:cNvSpPr>
            <a:spLocks noGrp="1"/>
          </p:cNvSpPr>
          <p:nvPr>
            <p:ph type="sldNum" sz="quarter" idx="4294967295"/>
          </p:nvPr>
        </p:nvSpPr>
        <p:spPr>
          <a:xfrm>
            <a:off x="10725912" y="274320"/>
            <a:ext cx="91440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200">
                <a:solidFill>
                  <a:srgbClr val="6B7A89"/>
                </a:solidFill>
                <a:latin typeface="Arial"/>
                <a:ea typeface="Arial"/>
                <a:cs typeface="Aria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t"/>
          <a:lstStyle/>
          <a:p>
            <a:pPr marL="0" indent="0">
              <a:buNone/>
            </a:pPr>
            <a:r>
              <a:rPr lang="en-US" sz="1200" b="1" kern="0" spc="300" dirty="0">
                <a:solidFill>
                  <a:srgbClr val="466018"/>
                </a:solidFill>
                <a:latin typeface="Arial" pitchFamily="34" charset="0"/>
                <a:ea typeface="Arial" pitchFamily="34" charset="-122"/>
                <a:cs typeface="Arial" pitchFamily="34" charset="-120"/>
              </a:rPr>
              <a:t>04  ·  LATAR</a:t>
            </a:r>
            <a:endParaRPr lang="en-US" sz="1200" dirty="0"/>
          </a:p>
        </p:txBody>
      </p:sp>
      <p:sp>
        <p:nvSpPr>
          <p:cNvPr id="3" name="Text 1"/>
          <p:cNvSpPr txBox="1"/>
          <p:nvPr/>
        </p:nvSpPr>
        <p:spPr>
          <a:xfrm>
            <a:off x="548640" y="640080"/>
            <a:ext cx="11064240" cy="777240"/>
          </a:xfrm>
          <a:prstGeom prst="rect">
            <a:avLst/>
          </a:prstGeom>
          <a:noFill/>
          <a:ln/>
        </p:spPr>
        <p:txBody>
          <a:bodyPr wrap="square" lIns="0" tIns="0" rIns="0" bIns="0" rtlCol="0" anchor="ctr"/>
          <a:lstStyle/>
          <a:p>
            <a:pPr marL="0" indent="0">
              <a:buNone/>
            </a:pPr>
            <a:r>
              <a:rPr lang="en-US" sz="3400" b="1" dirty="0">
                <a:solidFill>
                  <a:srgbClr val="1F2328"/>
                </a:solidFill>
                <a:latin typeface="Arial" pitchFamily="34" charset="0"/>
                <a:ea typeface="Arial" pitchFamily="34" charset="-122"/>
                <a:cs typeface="Arial" pitchFamily="34" charset="-120"/>
              </a:rPr>
              <a:t>Satu orang, satu stopwatch, satu catatan</a:t>
            </a:r>
            <a:endParaRPr lang="en-US" sz="3400" dirty="0"/>
          </a:p>
        </p:txBody>
      </p:sp>
      <p:sp>
        <p:nvSpPr>
          <p:cNvPr id="5" name="Shape 2"/>
          <p:cNvSpPr/>
          <p:nvPr/>
        </p:nvSpPr>
        <p:spPr>
          <a:xfrm>
            <a:off x="548640" y="1600200"/>
            <a:ext cx="6675120" cy="960120"/>
          </a:xfrm>
          <a:prstGeom prst="rect">
            <a:avLst/>
          </a:prstGeom>
          <a:solidFill>
            <a:srgbClr val="F1EFEA"/>
          </a:solidFill>
          <a:ln/>
        </p:spPr>
      </p:sp>
      <p:sp>
        <p:nvSpPr>
          <p:cNvPr id="6" name="Shape 3"/>
          <p:cNvSpPr/>
          <p:nvPr/>
        </p:nvSpPr>
        <p:spPr>
          <a:xfrm>
            <a:off x="777240" y="1856232"/>
            <a:ext cx="457200" cy="457200"/>
          </a:xfrm>
          <a:prstGeom prst="ellipse">
            <a:avLst/>
          </a:prstGeom>
          <a:solidFill>
            <a:srgbClr val="466018"/>
          </a:solidFill>
          <a:ln/>
        </p:spPr>
      </p:sp>
      <p:sp>
        <p:nvSpPr>
          <p:cNvPr id="7" name="Text 4"/>
          <p:cNvSpPr txBox="1"/>
          <p:nvPr/>
        </p:nvSpPr>
        <p:spPr>
          <a:xfrm>
            <a:off x="777240" y="1856232"/>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8" name="Text 5"/>
          <p:cNvSpPr txBox="1"/>
          <p:nvPr/>
        </p:nvSpPr>
        <p:spPr>
          <a:xfrm>
            <a:off x="1463040" y="1691640"/>
            <a:ext cx="5577840" cy="320040"/>
          </a:xfrm>
          <a:prstGeom prst="rect">
            <a:avLst/>
          </a:prstGeom>
          <a:noFill/>
          <a:ln/>
        </p:spPr>
        <p:txBody>
          <a:bodyPr wrap="square" lIns="0" tIns="0" rIns="0" bIns="0" rtlCol="0" anchor="t"/>
          <a:lstStyle/>
          <a:p>
            <a:pPr marL="0" indent="0">
              <a:buNone/>
            </a:pPr>
            <a:r>
              <a:rPr lang="en-US" sz="1800" b="1" dirty="0">
                <a:solidFill>
                  <a:srgbClr val="1F2328"/>
                </a:solidFill>
                <a:latin typeface="Arial" pitchFamily="34" charset="0"/>
                <a:ea typeface="Arial" pitchFamily="34" charset="-122"/>
                <a:cs typeface="Arial" pitchFamily="34" charset="-120"/>
              </a:rPr>
              <a:t>1 · Ukur</a:t>
            </a:r>
            <a:endParaRPr lang="en-US" sz="1800" dirty="0"/>
          </a:p>
        </p:txBody>
      </p:sp>
      <p:sp>
        <p:nvSpPr>
          <p:cNvPr id="9" name="Text 6"/>
          <p:cNvSpPr txBox="1"/>
          <p:nvPr/>
        </p:nvSpPr>
        <p:spPr>
          <a:xfrm>
            <a:off x="1463040" y="2029968"/>
            <a:ext cx="5577840" cy="502920"/>
          </a:xfrm>
          <a:prstGeom prst="rect">
            <a:avLst/>
          </a:prstGeom>
          <a:noFill/>
          <a:ln/>
        </p:spPr>
        <p:txBody>
          <a:bodyPr wrap="square" lIns="0" tIns="0" rIns="0" bIns="0" rtlCol="0" anchor="t"/>
          <a:lstStyle/>
          <a:p>
            <a:pPr marL="0" indent="0">
              <a:buNone/>
            </a:pPr>
            <a:r>
              <a:rPr lang="en-US" sz="1400" dirty="0">
                <a:solidFill>
                  <a:srgbClr val="505A66"/>
                </a:solidFill>
                <a:latin typeface="Arial" pitchFamily="34" charset="0"/>
                <a:ea typeface="Arial" pitchFamily="34" charset="-122"/>
                <a:cs typeface="Arial" pitchFamily="34" charset="-120"/>
              </a:rPr>
              <a:t>Lama berada satu orang diukur dengan stopwatch, per orang.</a:t>
            </a:r>
            <a:endParaRPr lang="en-US" sz="1400" dirty="0"/>
          </a:p>
        </p:txBody>
      </p:sp>
      <p:sp>
        <p:nvSpPr>
          <p:cNvPr id="10" name="Shape 7"/>
          <p:cNvSpPr/>
          <p:nvPr/>
        </p:nvSpPr>
        <p:spPr>
          <a:xfrm>
            <a:off x="548640" y="2697480"/>
            <a:ext cx="6675120" cy="960120"/>
          </a:xfrm>
          <a:prstGeom prst="rect">
            <a:avLst/>
          </a:prstGeom>
          <a:solidFill>
            <a:srgbClr val="F1EFEA"/>
          </a:solidFill>
          <a:ln/>
        </p:spPr>
      </p:sp>
      <p:sp>
        <p:nvSpPr>
          <p:cNvPr id="11" name="Shape 8"/>
          <p:cNvSpPr/>
          <p:nvPr/>
        </p:nvSpPr>
        <p:spPr>
          <a:xfrm>
            <a:off x="777240" y="2953512"/>
            <a:ext cx="457200" cy="457200"/>
          </a:xfrm>
          <a:prstGeom prst="ellipse">
            <a:avLst/>
          </a:prstGeom>
          <a:solidFill>
            <a:srgbClr val="466018"/>
          </a:solidFill>
          <a:ln/>
        </p:spPr>
      </p:sp>
      <p:sp>
        <p:nvSpPr>
          <p:cNvPr id="12" name="Text 9"/>
          <p:cNvSpPr txBox="1"/>
          <p:nvPr/>
        </p:nvSpPr>
        <p:spPr>
          <a:xfrm>
            <a:off x="777240" y="2953512"/>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3" name="Text 10"/>
          <p:cNvSpPr txBox="1"/>
          <p:nvPr/>
        </p:nvSpPr>
        <p:spPr>
          <a:xfrm>
            <a:off x="1463040" y="2788920"/>
            <a:ext cx="5577840" cy="320040"/>
          </a:xfrm>
          <a:prstGeom prst="rect">
            <a:avLst/>
          </a:prstGeom>
          <a:noFill/>
          <a:ln/>
        </p:spPr>
        <p:txBody>
          <a:bodyPr wrap="square" lIns="0" tIns="0" rIns="0" bIns="0" rtlCol="0" anchor="t"/>
          <a:lstStyle/>
          <a:p>
            <a:pPr marL="0" indent="0">
              <a:buNone/>
            </a:pPr>
            <a:r>
              <a:rPr lang="en-US" sz="1800" b="1" dirty="0">
                <a:solidFill>
                  <a:srgbClr val="1F2328"/>
                </a:solidFill>
                <a:latin typeface="Arial" pitchFamily="34" charset="0"/>
                <a:ea typeface="Arial" pitchFamily="34" charset="-122"/>
                <a:cs typeface="Arial" pitchFamily="34" charset="-120"/>
              </a:rPr>
              <a:t>2 · Catat</a:t>
            </a:r>
            <a:endParaRPr lang="en-US" sz="1800" dirty="0"/>
          </a:p>
        </p:txBody>
      </p:sp>
      <p:sp>
        <p:nvSpPr>
          <p:cNvPr id="14" name="Text 11"/>
          <p:cNvSpPr txBox="1"/>
          <p:nvPr/>
        </p:nvSpPr>
        <p:spPr>
          <a:xfrm>
            <a:off x="1463040" y="3127248"/>
            <a:ext cx="5577840" cy="502920"/>
          </a:xfrm>
          <a:prstGeom prst="rect">
            <a:avLst/>
          </a:prstGeom>
          <a:noFill/>
          <a:ln/>
        </p:spPr>
        <p:txBody>
          <a:bodyPr wrap="square" lIns="0" tIns="0" rIns="0" bIns="0" rtlCol="0" anchor="t"/>
          <a:lstStyle/>
          <a:p>
            <a:pPr marL="0" indent="0">
              <a:buNone/>
            </a:pPr>
            <a:r>
              <a:rPr lang="en-US" sz="1400" dirty="0">
                <a:solidFill>
                  <a:srgbClr val="505A66"/>
                </a:solidFill>
                <a:latin typeface="Arial" pitchFamily="34" charset="0"/>
                <a:ea typeface="Arial" pitchFamily="34" charset="-122"/>
                <a:cs typeface="Arial" pitchFamily="34" charset="-120"/>
              </a:rPr>
              <a:t>Tiap durasi dicatat dengan hari dan jam. Format menit dan detik dikonversi ke detik.</a:t>
            </a:r>
            <a:endParaRPr lang="en-US" sz="1400" dirty="0"/>
          </a:p>
        </p:txBody>
      </p:sp>
      <p:sp>
        <p:nvSpPr>
          <p:cNvPr id="15" name="Shape 12"/>
          <p:cNvSpPr/>
          <p:nvPr/>
        </p:nvSpPr>
        <p:spPr>
          <a:xfrm>
            <a:off x="548640" y="3794760"/>
            <a:ext cx="6675120" cy="960120"/>
          </a:xfrm>
          <a:prstGeom prst="rect">
            <a:avLst/>
          </a:prstGeom>
          <a:solidFill>
            <a:srgbClr val="F1EFEA"/>
          </a:solidFill>
          <a:ln/>
        </p:spPr>
      </p:sp>
      <p:sp>
        <p:nvSpPr>
          <p:cNvPr id="16" name="Shape 13"/>
          <p:cNvSpPr/>
          <p:nvPr/>
        </p:nvSpPr>
        <p:spPr>
          <a:xfrm>
            <a:off x="777240" y="4050792"/>
            <a:ext cx="457200" cy="457200"/>
          </a:xfrm>
          <a:prstGeom prst="ellipse">
            <a:avLst/>
          </a:prstGeom>
          <a:solidFill>
            <a:srgbClr val="466018"/>
          </a:solidFill>
          <a:ln/>
        </p:spPr>
      </p:sp>
      <p:sp>
        <p:nvSpPr>
          <p:cNvPr id="17" name="Text 14"/>
          <p:cNvSpPr txBox="1"/>
          <p:nvPr/>
        </p:nvSpPr>
        <p:spPr>
          <a:xfrm>
            <a:off x="777240" y="4050792"/>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8" name="Text 15"/>
          <p:cNvSpPr txBox="1"/>
          <p:nvPr/>
        </p:nvSpPr>
        <p:spPr>
          <a:xfrm>
            <a:off x="1463040" y="3886200"/>
            <a:ext cx="5577840" cy="320040"/>
          </a:xfrm>
          <a:prstGeom prst="rect">
            <a:avLst/>
          </a:prstGeom>
          <a:noFill/>
          <a:ln/>
        </p:spPr>
        <p:txBody>
          <a:bodyPr wrap="square" lIns="0" tIns="0" rIns="0" bIns="0" rtlCol="0" anchor="t"/>
          <a:lstStyle/>
          <a:p>
            <a:pPr marL="0" indent="0">
              <a:buNone/>
            </a:pPr>
            <a:r>
              <a:rPr lang="en-US" sz="1800" b="1" dirty="0">
                <a:solidFill>
                  <a:srgbClr val="1F2328"/>
                </a:solidFill>
                <a:latin typeface="Arial" pitchFamily="34" charset="0"/>
                <a:ea typeface="Arial" pitchFamily="34" charset="-122"/>
                <a:cs typeface="Arial" pitchFamily="34" charset="-120"/>
              </a:rPr>
              <a:t>3 · Simpan</a:t>
            </a:r>
            <a:endParaRPr lang="en-US" sz="1800" dirty="0"/>
          </a:p>
        </p:txBody>
      </p:sp>
      <p:sp>
        <p:nvSpPr>
          <p:cNvPr id="19" name="Text 16"/>
          <p:cNvSpPr txBox="1"/>
          <p:nvPr/>
        </p:nvSpPr>
        <p:spPr>
          <a:xfrm>
            <a:off x="1463040" y="4224528"/>
            <a:ext cx="5577840" cy="502920"/>
          </a:xfrm>
          <a:prstGeom prst="rect">
            <a:avLst/>
          </a:prstGeom>
          <a:noFill/>
          <a:ln/>
        </p:spPr>
        <p:txBody>
          <a:bodyPr wrap="square" lIns="0" tIns="0" rIns="0" bIns="0" rtlCol="0" anchor="t"/>
          <a:lstStyle/>
          <a:p>
            <a:pPr marL="0" indent="0">
              <a:buNone/>
            </a:pPr>
            <a:r>
              <a:rPr lang="en-US" sz="1400" dirty="0">
                <a:solidFill>
                  <a:srgbClr val="505A66"/>
                </a:solidFill>
                <a:latin typeface="Arial" pitchFamily="34" charset="0"/>
                <a:ea typeface="Arial" pitchFamily="34" charset="-122"/>
                <a:cs typeface="Arial" pitchFamily="34" charset="-120"/>
              </a:rPr>
              <a:t>Satu baris per kunjungan: durasi, hari, waktu (data/tabel_durasi.csv).</a:t>
            </a:r>
            <a:endParaRPr lang="en-US" sz="1400" dirty="0"/>
          </a:p>
        </p:txBody>
      </p:sp>
      <p:sp>
        <p:nvSpPr>
          <p:cNvPr id="20" name="Shape 17"/>
          <p:cNvSpPr/>
          <p:nvPr/>
        </p:nvSpPr>
        <p:spPr>
          <a:xfrm>
            <a:off x="548640" y="4892040"/>
            <a:ext cx="6675120" cy="960120"/>
          </a:xfrm>
          <a:prstGeom prst="rect">
            <a:avLst/>
          </a:prstGeom>
          <a:solidFill>
            <a:srgbClr val="E6EDD6"/>
          </a:solidFill>
          <a:ln/>
        </p:spPr>
      </p:sp>
      <p:sp>
        <p:nvSpPr>
          <p:cNvPr id="21" name="Shape 18"/>
          <p:cNvSpPr/>
          <p:nvPr/>
        </p:nvSpPr>
        <p:spPr>
          <a:xfrm>
            <a:off x="777240" y="5148072"/>
            <a:ext cx="457200" cy="457200"/>
          </a:xfrm>
          <a:prstGeom prst="ellipse">
            <a:avLst/>
          </a:prstGeom>
          <a:solidFill>
            <a:srgbClr val="9C4A0B"/>
          </a:solidFill>
          <a:ln/>
        </p:spPr>
      </p:sp>
      <p:sp>
        <p:nvSpPr>
          <p:cNvPr id="22" name="Text 19"/>
          <p:cNvSpPr txBox="1"/>
          <p:nvPr/>
        </p:nvSpPr>
        <p:spPr>
          <a:xfrm>
            <a:off x="777240" y="5148072"/>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23" name="Text 20"/>
          <p:cNvSpPr txBox="1"/>
          <p:nvPr/>
        </p:nvSpPr>
        <p:spPr>
          <a:xfrm>
            <a:off x="1463040" y="4983480"/>
            <a:ext cx="5577840" cy="320040"/>
          </a:xfrm>
          <a:prstGeom prst="rect">
            <a:avLst/>
          </a:prstGeom>
          <a:noFill/>
          <a:ln/>
        </p:spPr>
        <p:txBody>
          <a:bodyPr wrap="square" lIns="0" tIns="0" rIns="0" bIns="0" rtlCol="0" anchor="t"/>
          <a:lstStyle/>
          <a:p>
            <a:pPr marL="0" indent="0">
              <a:buNone/>
            </a:pPr>
            <a:r>
              <a:rPr lang="en-US" sz="1800" b="1" dirty="0">
                <a:solidFill>
                  <a:srgbClr val="1F2328"/>
                </a:solidFill>
                <a:latin typeface="Arial" pitchFamily="34" charset="0"/>
                <a:ea typeface="Arial" pitchFamily="34" charset="-122"/>
                <a:cs typeface="Arial" pitchFamily="34" charset="-120"/>
              </a:rPr>
              <a:t>4 · Baca</a:t>
            </a:r>
            <a:endParaRPr lang="en-US" sz="1800" dirty="0"/>
          </a:p>
        </p:txBody>
      </p:sp>
      <p:sp>
        <p:nvSpPr>
          <p:cNvPr id="24" name="Text 21"/>
          <p:cNvSpPr txBox="1"/>
          <p:nvPr/>
        </p:nvSpPr>
        <p:spPr>
          <a:xfrm>
            <a:off x="1463040" y="5321808"/>
            <a:ext cx="5577840" cy="502920"/>
          </a:xfrm>
          <a:prstGeom prst="rect">
            <a:avLst/>
          </a:prstGeom>
          <a:noFill/>
          <a:ln/>
        </p:spPr>
        <p:txBody>
          <a:bodyPr wrap="square" lIns="0" tIns="0" rIns="0" bIns="0" rtlCol="0" anchor="t"/>
          <a:lstStyle/>
          <a:p>
            <a:pPr marL="0" indent="0">
              <a:buNone/>
            </a:pPr>
            <a:r>
              <a:rPr lang="en-US" sz="1400" dirty="0">
                <a:solidFill>
                  <a:srgbClr val="505A66"/>
                </a:solidFill>
                <a:latin typeface="Arial" pitchFamily="34" charset="0"/>
                <a:ea typeface="Arial" pitchFamily="34" charset="-122"/>
                <a:cs typeface="Arial" pitchFamily="34" charset="-120"/>
              </a:rPr>
              <a:t>Semua baris dibaca: 77 catatan, tanpa nilai kosong, lalu diperiksa pencilannya.</a:t>
            </a:r>
            <a:endParaRPr lang="en-US" sz="1400" dirty="0"/>
          </a:p>
        </p:txBody>
      </p:sp>
      <p:sp>
        <p:nvSpPr>
          <p:cNvPr id="25" name="Shape 22"/>
          <p:cNvSpPr/>
          <p:nvPr/>
        </p:nvSpPr>
        <p:spPr>
          <a:xfrm>
            <a:off x="7589520" y="1600200"/>
            <a:ext cx="4050792" cy="4251960"/>
          </a:xfrm>
          <a:prstGeom prst="rect">
            <a:avLst/>
          </a:prstGeom>
          <a:solidFill>
            <a:srgbClr val="E6EDD6"/>
          </a:solidFill>
          <a:ln/>
        </p:spPr>
      </p:sp>
      <p:sp>
        <p:nvSpPr>
          <p:cNvPr id="26" name="Text 23"/>
          <p:cNvSpPr txBox="1"/>
          <p:nvPr/>
        </p:nvSpPr>
        <p:spPr>
          <a:xfrm>
            <a:off x="7818120" y="1783080"/>
            <a:ext cx="3657600" cy="274320"/>
          </a:xfrm>
          <a:prstGeom prst="rect">
            <a:avLst/>
          </a:prstGeom>
          <a:noFill/>
          <a:ln/>
        </p:spPr>
        <p:txBody>
          <a:bodyPr wrap="square" lIns="0" tIns="0" rIns="0" bIns="0" rtlCol="0" anchor="t"/>
          <a:lstStyle/>
          <a:p>
            <a:pPr marL="0" indent="0">
              <a:buNone/>
            </a:pPr>
            <a:r>
              <a:rPr lang="en-US" sz="1400" b="1" kern="0" spc="200" dirty="0">
                <a:solidFill>
                  <a:srgbClr val="466018"/>
                </a:solidFill>
                <a:latin typeface="Arial" pitchFamily="34" charset="0"/>
                <a:ea typeface="Arial" pitchFamily="34" charset="-122"/>
                <a:cs typeface="Arial" pitchFamily="34" charset="-120"/>
              </a:rPr>
              <a:t>DETAIL LAPANGAN</a:t>
            </a:r>
            <a:endParaRPr lang="en-US" sz="1400" dirty="0"/>
          </a:p>
        </p:txBody>
      </p:sp>
      <p:sp>
        <p:nvSpPr>
          <p:cNvPr id="27" name="Text 24"/>
          <p:cNvSpPr txBox="1"/>
          <p:nvPr/>
        </p:nvSpPr>
        <p:spPr>
          <a:xfrm>
            <a:off x="7818120" y="2194560"/>
            <a:ext cx="3611880" cy="3474720"/>
          </a:xfrm>
          <a:prstGeom prst="rect">
            <a:avLst/>
          </a:prstGeom>
          <a:noFill/>
          <a:ln/>
        </p:spPr>
        <p:txBody>
          <a:bodyPr wrap="square" lIns="0" tIns="0" rIns="0" bIns="0" rtlCol="0" anchor="t"/>
          <a:lstStyle/>
          <a:p>
            <a:pPr marL="0" indent="0">
              <a:spcAft>
                <a:spcPts val="1000"/>
              </a:spcAft>
              <a:buNone/>
            </a:pPr>
            <a:r>
              <a:rPr lang="en-US" sz="1600" b="1" dirty="0">
                <a:solidFill>
                  <a:srgbClr val="1F2328"/>
                </a:solidFill>
                <a:latin typeface="Arial" pitchFamily="34" charset="0"/>
                <a:ea typeface="Arial" pitchFamily="34" charset="-122"/>
                <a:cs typeface="Arial" pitchFamily="34" charset="-120"/>
              </a:rPr>
              <a:t>Alat ukur: </a:t>
            </a:r>
            <a:r>
              <a:rPr lang="en-US" sz="1600" dirty="0">
                <a:solidFill>
                  <a:srgbClr val="1F2328"/>
                </a:solidFill>
                <a:latin typeface="Arial" pitchFamily="34" charset="0"/>
                <a:ea typeface="Arial" pitchFamily="34" charset="-122"/>
                <a:cs typeface="Arial" pitchFamily="34" charset="-120"/>
              </a:rPr>
              <a:t>stopwatch, dicek ulang di video</a:t>
            </a:r>
            <a:endParaRPr lang="en-US" sz="1600" dirty="0"/>
          </a:p>
          <a:p>
            <a:pPr marL="0" indent="0">
              <a:spcAft>
                <a:spcPts val="1000"/>
              </a:spcAft>
              <a:buNone/>
            </a:pPr>
            <a:r>
              <a:rPr lang="en-US" sz="1600" b="1" dirty="0">
                <a:solidFill>
                  <a:srgbClr val="1F2328"/>
                </a:solidFill>
                <a:latin typeface="Arial" pitchFamily="34" charset="0"/>
                <a:ea typeface="Arial" pitchFamily="34" charset="-122"/>
                <a:cs typeface="Arial" pitchFamily="34" charset="-120"/>
              </a:rPr>
              <a:t>Sesi: </a:t>
            </a:r>
            <a:r>
              <a:rPr lang="en-US" sz="1600" dirty="0">
                <a:solidFill>
                  <a:srgbClr val="1F2328"/>
                </a:solidFill>
                <a:latin typeface="Arial" pitchFamily="34" charset="0"/>
                <a:ea typeface="Arial" pitchFamily="34" charset="-122"/>
                <a:cs typeface="Arial" pitchFamily="34" charset="-120"/>
              </a:rPr>
              <a:t>jam 10, jam 12, jam 15</a:t>
            </a:r>
            <a:endParaRPr lang="en-US" sz="1600" dirty="0"/>
          </a:p>
          <a:p>
            <a:pPr marL="0" indent="0">
              <a:spcAft>
                <a:spcPts val="1000"/>
              </a:spcAft>
              <a:buNone/>
            </a:pPr>
            <a:r>
              <a:rPr lang="en-US" sz="1600" b="1" dirty="0">
                <a:solidFill>
                  <a:srgbClr val="1F2328"/>
                </a:solidFill>
                <a:latin typeface="Arial" pitchFamily="34" charset="0"/>
                <a:ea typeface="Arial" pitchFamily="34" charset="-122"/>
                <a:cs typeface="Arial" pitchFamily="34" charset="-120"/>
              </a:rPr>
              <a:t>Jumlah pengamat: </a:t>
            </a:r>
            <a:r>
              <a:rPr lang="en-US" sz="1600" dirty="0">
                <a:solidFill>
                  <a:srgbClr val="1F2328"/>
                </a:solidFill>
                <a:latin typeface="Arial" pitchFamily="34" charset="0"/>
                <a:ea typeface="Arial" pitchFamily="34" charset="-122"/>
                <a:cs typeface="Arial" pitchFamily="34" charset="-120"/>
              </a:rPr>
              <a:t>[FILL]</a:t>
            </a:r>
            <a:endParaRPr lang="en-US" sz="1600" dirty="0"/>
          </a:p>
          <a:p>
            <a:pPr marL="0" indent="0">
              <a:spcAft>
                <a:spcPts val="1000"/>
              </a:spcAft>
              <a:buNone/>
            </a:pPr>
            <a:r>
              <a:rPr lang="en-US" sz="1600" b="1" dirty="0">
                <a:solidFill>
                  <a:srgbClr val="1F2328"/>
                </a:solidFill>
                <a:latin typeface="Arial" pitchFamily="34" charset="0"/>
                <a:ea typeface="Arial" pitchFamily="34" charset="-122"/>
                <a:cs typeface="Arial" pitchFamily="34" charset="-120"/>
              </a:rPr>
              <a:t>Lama tiap sesi: </a:t>
            </a:r>
            <a:r>
              <a:rPr lang="en-US" sz="1600" dirty="0">
                <a:solidFill>
                  <a:srgbClr val="1F2328"/>
                </a:solidFill>
                <a:latin typeface="Arial" pitchFamily="34" charset="0"/>
                <a:ea typeface="Arial" pitchFamily="34" charset="-122"/>
                <a:cs typeface="Arial" pitchFamily="34" charset="-120"/>
              </a:rPr>
              <a:t>[FILL]</a:t>
            </a:r>
            <a:endParaRPr lang="en-US" sz="1600" dirty="0"/>
          </a:p>
          <a:p>
            <a:pPr marL="0" indent="0">
              <a:spcAft>
                <a:spcPts val="1000"/>
              </a:spcAft>
              <a:buNone/>
            </a:pPr>
            <a:r>
              <a:rPr lang="en-US" sz="1600" b="1" dirty="0">
                <a:solidFill>
                  <a:srgbClr val="1F2328"/>
                </a:solidFill>
                <a:latin typeface="Arial" pitchFamily="34" charset="0"/>
                <a:ea typeface="Arial" pitchFamily="34" charset="-122"/>
                <a:cs typeface="Arial" pitchFamily="34" charset="-120"/>
              </a:rPr>
              <a:t>Posisi pengamat: </a:t>
            </a:r>
            <a:r>
              <a:rPr lang="en-US" sz="1600" dirty="0">
                <a:solidFill>
                  <a:srgbClr val="1F2328"/>
                </a:solidFill>
                <a:latin typeface="Arial" pitchFamily="34" charset="0"/>
                <a:ea typeface="Arial" pitchFamily="34" charset="-122"/>
                <a:cs typeface="Arial" pitchFamily="34" charset="-120"/>
              </a:rPr>
              <a:t>[FILL]</a:t>
            </a:r>
            <a:endParaRPr lang="en-US" sz="1600" dirty="0"/>
          </a:p>
        </p:txBody>
      </p:sp>
      <p:sp>
        <p:nvSpPr>
          <p:cNvPr id="4" name="Slide Number Placeholder 0"/>
          <p:cNvSpPr>
            <a:spLocks noGrp="1"/>
          </p:cNvSpPr>
          <p:nvPr>
            <p:ph type="sldNum" sz="quarter" idx="4294967295"/>
          </p:nvPr>
        </p:nvSpPr>
        <p:spPr>
          <a:xfrm>
            <a:off x="10725912" y="274320"/>
            <a:ext cx="91440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200">
                <a:solidFill>
                  <a:srgbClr val="6B7A89"/>
                </a:solidFill>
                <a:latin typeface="Arial"/>
                <a:ea typeface="Arial"/>
                <a:cs typeface="Aria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t"/>
          <a:lstStyle/>
          <a:p>
            <a:pPr marL="0" indent="0">
              <a:buNone/>
            </a:pPr>
            <a:r>
              <a:rPr lang="en-US" sz="1200" b="1" kern="0" spc="300" dirty="0">
                <a:solidFill>
                  <a:srgbClr val="466018"/>
                </a:solidFill>
                <a:latin typeface="Arial" pitchFamily="34" charset="0"/>
                <a:ea typeface="Arial" pitchFamily="34" charset="-122"/>
                <a:cs typeface="Arial" pitchFamily="34" charset="-120"/>
              </a:rPr>
              <a:t>05  ·  DATA LAPANGAN</a:t>
            </a:r>
            <a:endParaRPr lang="en-US" sz="1200" dirty="0"/>
          </a:p>
        </p:txBody>
      </p:sp>
      <p:sp>
        <p:nvSpPr>
          <p:cNvPr id="3" name="Text 1"/>
          <p:cNvSpPr txBox="1"/>
          <p:nvPr/>
        </p:nvSpPr>
        <p:spPr>
          <a:xfrm>
            <a:off x="548640" y="640080"/>
            <a:ext cx="11064240" cy="777240"/>
          </a:xfrm>
          <a:prstGeom prst="rect">
            <a:avLst/>
          </a:prstGeom>
          <a:noFill/>
          <a:ln/>
        </p:spPr>
        <p:txBody>
          <a:bodyPr wrap="square" lIns="0" tIns="0" rIns="0" bIns="0" rtlCol="0" anchor="ctr"/>
          <a:lstStyle/>
          <a:p>
            <a:pPr marL="0" indent="0">
              <a:buNone/>
            </a:pPr>
            <a:r>
              <a:rPr lang="en-US" sz="3000" b="1" dirty="0">
                <a:solidFill>
                  <a:srgbClr val="1F2328"/>
                </a:solidFill>
                <a:latin typeface="Arial" pitchFamily="34" charset="0"/>
                <a:ea typeface="Arial" pitchFamily="34" charset="-122"/>
                <a:cs typeface="Arial" pitchFamily="34" charset="-120"/>
              </a:rPr>
              <a:t>Kamis jam 12 menyumbang catatan terbanyak (24)</a:t>
            </a:r>
            <a:endParaRPr lang="en-US" sz="3000" dirty="0"/>
          </a:p>
        </p:txBody>
      </p:sp>
      <p:graphicFrame>
        <p:nvGraphicFramePr>
          <p:cNvPr id="5" name="Chart 0"/>
          <p:cNvGraphicFramePr/>
          <p:nvPr/>
        </p:nvGraphicFramePr>
        <p:xfrm>
          <a:off x="548640" y="1463040"/>
          <a:ext cx="11064240" cy="384048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2"/>
          <p:cNvSpPr txBox="1"/>
          <p:nvPr/>
        </p:nvSpPr>
        <p:spPr>
          <a:xfrm>
            <a:off x="548640" y="5440680"/>
            <a:ext cx="11064240" cy="731520"/>
          </a:xfrm>
          <a:prstGeom prst="rect">
            <a:avLst/>
          </a:prstGeom>
          <a:noFill/>
          <a:ln/>
        </p:spPr>
        <p:txBody>
          <a:bodyPr wrap="square" lIns="0" tIns="0" rIns="0" bIns="0" rtlCol="0" anchor="t"/>
          <a:lstStyle/>
          <a:p>
            <a:pPr marL="0" indent="0">
              <a:buNone/>
            </a:pPr>
            <a:r>
              <a:rPr lang="en-US" sz="1600" dirty="0">
                <a:solidFill>
                  <a:srgbClr val="1F2328"/>
                </a:solidFill>
                <a:latin typeface="Arial" pitchFamily="34" charset="0"/>
                <a:ea typeface="Arial" pitchFamily="34" charset="-122"/>
                <a:cs typeface="Arial" pitchFamily="34" charset="-120"/>
              </a:rPr>
              <a:t>Jumlah catatan durasi per hari dan sesi. Total hari: Kamis 41, Selasa 25, Senin 6, Jumat 5. Total sesi: jam 10 = 35, jam 12 = 33, jam 15 = 9. Hari Rabu tidak ada.</a:t>
            </a:r>
            <a:endParaRPr lang="en-US" sz="1600" dirty="0"/>
          </a:p>
        </p:txBody>
      </p:sp>
      <p:sp>
        <p:nvSpPr>
          <p:cNvPr id="25" name="Slide Number Placeholder 0"/>
          <p:cNvSpPr>
            <a:spLocks noGrp="1"/>
          </p:cNvSpPr>
          <p:nvPr>
            <p:ph type="sldNum" sz="quarter" idx="4294967295"/>
          </p:nvPr>
        </p:nvSpPr>
        <p:spPr>
          <a:xfrm>
            <a:off x="10725912" y="274320"/>
            <a:ext cx="91440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200">
                <a:solidFill>
                  <a:srgbClr val="6B7A89"/>
                </a:solidFill>
                <a:latin typeface="Arial"/>
                <a:ea typeface="Arial"/>
                <a:cs typeface="Aria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t"/>
          <a:lstStyle/>
          <a:p>
            <a:pPr marL="0" indent="0">
              <a:buNone/>
            </a:pPr>
            <a:r>
              <a:rPr lang="en-US" sz="1200" b="1" kern="0" spc="300" dirty="0">
                <a:solidFill>
                  <a:srgbClr val="466018"/>
                </a:solidFill>
                <a:latin typeface="Arial" pitchFamily="34" charset="0"/>
                <a:ea typeface="Arial" pitchFamily="34" charset="-122"/>
                <a:cs typeface="Arial" pitchFamily="34" charset="-120"/>
              </a:rPr>
              <a:t>06  ·  DATA LAPANGAN</a:t>
            </a:r>
            <a:endParaRPr lang="en-US" sz="1200" dirty="0"/>
          </a:p>
        </p:txBody>
      </p:sp>
      <p:sp>
        <p:nvSpPr>
          <p:cNvPr id="3" name="Text 1"/>
          <p:cNvSpPr txBox="1"/>
          <p:nvPr/>
        </p:nvSpPr>
        <p:spPr>
          <a:xfrm>
            <a:off x="548640" y="640080"/>
            <a:ext cx="11064240" cy="777240"/>
          </a:xfrm>
          <a:prstGeom prst="rect">
            <a:avLst/>
          </a:prstGeom>
          <a:noFill/>
          <a:ln/>
        </p:spPr>
        <p:txBody>
          <a:bodyPr wrap="square" lIns="0" tIns="0" rIns="0" bIns="0" rtlCol="0" anchor="ctr"/>
          <a:lstStyle/>
          <a:p>
            <a:pPr marL="0" indent="0">
              <a:buNone/>
            </a:pPr>
            <a:r>
              <a:rPr lang="en-US" sz="3400" b="1" dirty="0">
                <a:solidFill>
                  <a:srgbClr val="1F2328"/>
                </a:solidFill>
                <a:latin typeface="Arial" pitchFamily="34" charset="0"/>
                <a:ea typeface="Arial" pitchFamily="34" charset="-122"/>
                <a:cs typeface="Arial" pitchFamily="34" charset="-120"/>
              </a:rPr>
              <a:t>Lima baris pertama dan baris terakhir</a:t>
            </a:r>
            <a:endParaRPr lang="en-US" sz="3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6949440" cy="914400"/>
        </p:xfrm>
        <a:graphic>
          <a:graphicData uri="http://schemas.openxmlformats.org/drawingml/2006/table">
            <a:tbl>
              <a:tblPr/>
              <a:tblGrid>
                <a:gridCol w="73152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82296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tblGrid>
              <a:tr h="502920">
                <a:tc>
                  <a:txBody>
                    <a:bodyPr/>
                    <a:lstStyle/>
                    <a:p>
                      <a:pPr marL="0" indent="0">
                        <a:buNone/>
                      </a:pPr>
                      <a:r>
                        <a:rPr lang="en-US" sz="1600" b="1" dirty="0">
                          <a:solidFill>
                            <a:srgbClr val="FFFFFF"/>
                          </a:solidFill>
                          <a:latin typeface="Arial" pitchFamily="34" charset="0"/>
                          <a:ea typeface="Arial" pitchFamily="34" charset="-122"/>
                          <a:cs typeface="Arial" pitchFamily="34" charset="-120"/>
                        </a:rPr>
                        <a:t>NO</a:t>
                      </a:r>
                      <a:endParaRPr lang="en-US" sz="1600" dirty="0">
                        <a:latin typeface="Arial" charset="0"/>
                        <a:ea typeface="Arial" charset="0"/>
                        <a:cs typeface="Arial" charset="0"/>
                      </a:endParaRPr>
                    </a:p>
                  </a:txBody>
                  <a:tcPr anchor="ctr">
                    <a:lnL w="9525" cap="flat" cmpd="sng" algn="ctr">
                      <a:solidFill>
                        <a:srgbClr val="C9D2D8"/>
                      </a:solidFill>
                      <a:prstDash val="solid"/>
                      <a:round/>
                      <a:headEnd type="none" w="med" len="med"/>
                      <a:tailEnd type="none" w="med" len="med"/>
                    </a:lnL>
                    <a:lnR w="9525" cap="flat" cmpd="sng" algn="ctr">
                      <a:solidFill>
                        <a:srgbClr val="C9D2D8"/>
                      </a:solidFill>
                      <a:prstDash val="solid"/>
                      <a:round/>
                      <a:headEnd type="none" w="med" len="med"/>
                      <a:tailEnd type="none" w="med" len="med"/>
                    </a:lnR>
                    <a:lnT w="9525" cap="flat" cmpd="sng" algn="ctr">
                      <a:solidFill>
                        <a:srgbClr val="C9D2D8"/>
                      </a:solidFill>
                      <a:prstDash val="solid"/>
                      <a:round/>
                      <a:headEnd type="none" w="med" len="med"/>
                      <a:tailEnd type="none" w="med" len="med"/>
                    </a:lnT>
                    <a:lnB w="9525" cap="flat" cmpd="sng" algn="ctr">
                      <a:solidFill>
                        <a:srgbClr val="C9D2D8"/>
                      </a:solidFill>
                      <a:prstDash val="solid"/>
                      <a:round/>
                      <a:headEnd type="none" w="med" len="med"/>
                      <a:tailEnd type="none" w="med" len="med"/>
                    </a:lnB>
                    <a:solidFill>
                      <a:srgbClr val="1F2328"/>
                    </a:solidFill>
                  </a:tcPr>
                </a:tc>
                <a:tc>
                  <a:txBody>
                    <a:bodyPr/>
                    <a:lstStyle/>
                    <a:p>
                      <a:pPr marL="0" indent="0">
                        <a:buNone/>
                      </a:pPr>
                      <a:r>
                        <a:rPr lang="en-US" sz="1600" b="1" dirty="0">
                          <a:solidFill>
                            <a:srgbClr val="FFFFFF"/>
                          </a:solidFill>
                          <a:latin typeface="Arial" pitchFamily="34" charset="0"/>
                          <a:ea typeface="Arial" pitchFamily="34" charset="-122"/>
                          <a:cs typeface="Arial" pitchFamily="34" charset="-120"/>
                        </a:rPr>
                        <a:t>DURASI</a:t>
                      </a:r>
                      <a:endParaRPr lang="en-US" sz="1600" dirty="0">
                        <a:latin typeface="Arial" charset="0"/>
                        <a:ea typeface="Arial" charset="0"/>
                        <a:cs typeface="Arial" charset="0"/>
                      </a:endParaRPr>
                    </a:p>
                  </a:txBody>
                  <a:tcPr anchor="ctr">
                    <a:lnL w="9525" cap="flat" cmpd="sng" algn="ctr">
                      <a:solidFill>
                        <a:srgbClr val="C9D2D8"/>
                      </a:solidFill>
                      <a:prstDash val="solid"/>
                      <a:round/>
                      <a:headEnd type="none" w="med" len="med"/>
                      <a:tailEnd type="none" w="med" len="med"/>
                    </a:lnL>
                    <a:lnR w="9525" cap="flat" cmpd="sng" algn="ctr">
                      <a:solidFill>
                        <a:srgbClr val="C9D2D8"/>
                      </a:solidFill>
                      <a:prstDash val="solid"/>
                      <a:round/>
                      <a:headEnd type="none" w="med" len="med"/>
                      <a:tailEnd type="none" w="med" len="med"/>
                    </a:lnR>
                    <a:lnT w="9525" cap="flat" cmpd="sng" algn="ctr">
                      <a:solidFill>
                        <a:srgbClr val="C9D2D8"/>
                      </a:solidFill>
                      <a:prstDash val="solid"/>
                      <a:round/>
                      <a:headEnd type="none" w="med" len="med"/>
                      <a:tailEnd type="none" w="med" len="med"/>
                    </a:lnT>
                    <a:lnB w="9525" cap="flat" cmpd="sng" algn="ctr">
                      <a:solidFill>
                        <a:srgbClr val="C9D2D8"/>
                      </a:solidFill>
                      <a:prstDash val="solid"/>
                      <a:round/>
                      <a:headEnd type="none" w="med" len="med"/>
                      <a:tailEnd type="none" w="med" len="med"/>
                    </a:lnB>
                    <a:solidFill>
                      <a:srgbClr val="1F2328"/>
                    </a:solidFill>
                  </a:tcPr>
                </a:tc>
                <a:tc>
                  <a:txBody>
                    <a:bodyPr/>
                    <a:lstStyle/>
                    <a:p>
                      <a:pPr marL="0" indent="0">
                        <a:buNone/>
                      </a:pPr>
                      <a:r>
                        <a:rPr lang="en-US" sz="1600" b="1" dirty="0">
                          <a:solidFill>
                            <a:srgbClr val="FFFFFF"/>
                          </a:solidFill>
                          <a:latin typeface="Arial" pitchFamily="34" charset="0"/>
                          <a:ea typeface="Arial" pitchFamily="34" charset="-122"/>
                          <a:cs typeface="Arial" pitchFamily="34" charset="-120"/>
                        </a:rPr>
                        <a:t>HARI</a:t>
                      </a:r>
                      <a:endParaRPr lang="en-US" sz="1600" dirty="0">
                        <a:latin typeface="Arial" charset="0"/>
                        <a:ea typeface="Arial" charset="0"/>
                        <a:cs typeface="Arial" charset="0"/>
                      </a:endParaRPr>
                    </a:p>
                  </a:txBody>
                  <a:tcPr anchor="ctr">
                    <a:lnL w="9525" cap="flat" cmpd="sng" algn="ctr">
                      <a:solidFill>
                        <a:srgbClr val="C9D2D8"/>
                      </a:solidFill>
                      <a:prstDash val="solid"/>
                      <a:round/>
                      <a:headEnd type="none" w="med" len="med"/>
                      <a:tailEnd type="none" w="med" len="med"/>
                    </a:lnL>
                    <a:lnR w="9525" cap="flat" cmpd="sng" algn="ctr">
                      <a:solidFill>
                        <a:srgbClr val="C9D2D8"/>
                      </a:solidFill>
                      <a:prstDash val="solid"/>
                      <a:round/>
                      <a:headEnd type="none" w="med" len="med"/>
                      <a:tailEnd type="none" w="med" len="med"/>
                    </a:lnR>
                    <a:lnT w="9525" cap="flat" cmpd="sng" algn="ctr">
                      <a:solidFill>
                        <a:srgbClr val="C9D2D8"/>
                      </a:solidFill>
                      <a:prstDash val="solid"/>
                      <a:round/>
                      <a:headEnd type="none" w="med" len="med"/>
                      <a:tailEnd type="none" w="med" len="med"/>
                    </a:lnT>
                    <a:lnB w="9525" cap="flat" cmpd="sng" algn="ctr">
                      <a:solidFill>
                        <a:srgbClr val="C9D2D8"/>
                      </a:solidFill>
                      <a:prstDash val="solid"/>
                      <a:round/>
                      <a:headEnd type="none" w="med" len="med"/>
                      <a:tailEnd type="none" w="med" len="med"/>
                    </a:lnB>
                    <a:solidFill>
                      <a:srgbClr val="1F2328"/>
                    </a:solidFill>
                  </a:tcPr>
                </a:tc>
                <a:tc>
                  <a:txBody>
                    <a:bodyPr/>
                    <a:lstStyle/>
                    <a:p>
                      <a:pPr marL="0" indent="0">
                        <a:buNone/>
                      </a:pPr>
                      <a:r>
                        <a:rPr lang="en-US" sz="1600" b="1" dirty="0">
                          <a:solidFill>
                            <a:srgbClr val="FFFFFF"/>
                          </a:solidFill>
                          <a:latin typeface="Arial" pitchFamily="34" charset="0"/>
                          <a:ea typeface="Arial" pitchFamily="34" charset="-122"/>
                          <a:cs typeface="Arial" pitchFamily="34" charset="-120"/>
                        </a:rPr>
                        <a:t>JAM</a:t>
                      </a:r>
                      <a:endParaRPr lang="en-US" sz="1600" dirty="0">
                        <a:latin typeface="Arial" charset="0"/>
                        <a:ea typeface="Arial" charset="0"/>
                        <a:cs typeface="Arial" charset="0"/>
                      </a:endParaRPr>
                    </a:p>
                  </a:txBody>
                  <a:tcPr anchor="ctr">
                    <a:lnL w="9525" cap="flat" cmpd="sng" algn="ctr">
                      <a:solidFill>
                        <a:srgbClr val="C9D2D8"/>
                      </a:solidFill>
                      <a:prstDash val="solid"/>
                      <a:round/>
                      <a:headEnd type="none" w="med" len="med"/>
                      <a:tailEnd type="none" w="med" len="med"/>
                    </a:lnL>
                    <a:lnR w="9525" cap="flat" cmpd="sng" algn="ctr">
                      <a:solidFill>
                        <a:srgbClr val="C9D2D8"/>
                      </a:solidFill>
                      <a:prstDash val="solid"/>
                      <a:round/>
                      <a:headEnd type="none" w="med" len="med"/>
                      <a:tailEnd type="none" w="med" len="med"/>
                    </a:lnR>
                    <a:lnT w="9525" cap="flat" cmpd="sng" algn="ctr">
                      <a:solidFill>
                        <a:srgbClr val="C9D2D8"/>
                      </a:solidFill>
                      <a:prstDash val="solid"/>
                      <a:round/>
                      <a:headEnd type="none" w="med" len="med"/>
                      <a:tailEnd type="none" w="med" len="med"/>
                    </a:lnT>
                    <a:lnB w="9525" cap="flat" cmpd="sng" algn="ctr">
                      <a:solidFill>
                        <a:srgbClr val="C9D2D8"/>
                      </a:solidFill>
                      <a:prstDash val="solid"/>
                      <a:round/>
                      <a:headEnd type="none" w="med" len="med"/>
                      <a:tailEnd type="none" w="med" len="med"/>
                    </a:lnB>
                    <a:solidFill>
                      <a:srgbClr val="1F2328"/>
                    </a:solidFill>
                  </a:tcPr>
                </a:tc>
                <a:tc>
                  <a:txBody>
                    <a:bodyPr/>
                    <a:lstStyle/>
                    <a:p>
                      <a:pPr marL="0" indent="0">
                        <a:buNone/>
                      </a:pPr>
                      <a:r>
                        <a:rPr lang="en-US" sz="1600" b="1" dirty="0">
                          <a:solidFill>
                            <a:srgbClr val="FFFFFF"/>
                          </a:solidFill>
                          <a:latin typeface="Arial" pitchFamily="34" charset="0"/>
                          <a:ea typeface="Arial" pitchFamily="34" charset="-122"/>
                          <a:cs typeface="Arial" pitchFamily="34" charset="-120"/>
                        </a:rPr>
                        <a:t>DETIK</a:t>
                      </a:r>
                      <a:endParaRPr lang="en-US" sz="1600" dirty="0">
                        <a:latin typeface="Arial" charset="0"/>
                        <a:ea typeface="Arial" charset="0"/>
                        <a:cs typeface="Arial" charset="0"/>
                      </a:endParaRPr>
                    </a:p>
                  </a:txBody>
                  <a:tcPr anchor="ctr">
                    <a:lnL w="9525" cap="flat" cmpd="sng" algn="ctr">
                      <a:solidFill>
                        <a:srgbClr val="C9D2D8"/>
                      </a:solidFill>
                      <a:prstDash val="solid"/>
                      <a:round/>
                      <a:headEnd type="none" w="med" len="med"/>
                      <a:tailEnd type="none" w="med" len="med"/>
                    </a:lnL>
                    <a:lnR w="9525" cap="flat" cmpd="sng" algn="ctr">
                      <a:solidFill>
                        <a:srgbClr val="C9D2D8"/>
                      </a:solidFill>
                      <a:prstDash val="solid"/>
                      <a:round/>
                      <a:headEnd type="none" w="med" len="med"/>
                      <a:tailEnd type="none" w="med" len="med"/>
                    </a:lnR>
                    <a:lnT w="9525" cap="flat" cmpd="sng" algn="ctr">
                      <a:solidFill>
                        <a:srgbClr val="C9D2D8"/>
                      </a:solidFill>
                      <a:prstDash val="solid"/>
                      <a:round/>
                      <a:headEnd type="none" w="med" len="med"/>
                      <a:tailEnd type="none" w="med" len="med"/>
                    </a:lnT>
                    <a:lnB w="9525" cap="flat" cmpd="sng" algn="ctr">
                      <a:solidFill>
                        <a:srgbClr val="C9D2D8"/>
                      </a:solidFill>
                      <a:prstDash val="solid"/>
                      <a:round/>
                      <a:headEnd type="none" w="med" len="med"/>
                      <a:tailEnd type="none" w="med" len="med"/>
                    </a:lnB>
                    <a:solidFill>
                      <a:srgbClr val="1F2328"/>
                    </a:solidFill>
                  </a:tcPr>
                </a:tc>
                <a:extLst>
                  <a:ext uri="{0D108BD9-81ED-4DB2-BD59-A6C34878D82A}">
                    <a16:rowId xmlns:a16="http://schemas.microsoft.com/office/drawing/2014/main" val="10000"/>
                  </a:ext>
                </a:extLst>
              </a:tr>
              <a:tr h="502920">
                <a:tc>
                  <a:txBody>
                    <a:bodyPr/>
                    <a:lstStyle/>
                    <a:p>
                      <a:pPr marL="0" indent="0">
                        <a:buNone/>
                      </a:pPr>
                      <a:r>
                        <a:rPr lang="en-US" sz="1600" dirty="0">
                          <a:solidFill>
                            <a:srgbClr val="1F2328"/>
                          </a:solidFill>
                          <a:latin typeface="Arial" pitchFamily="34" charset="0"/>
                          <a:ea typeface="Arial" pitchFamily="34" charset="-122"/>
                          <a:cs typeface="Arial" pitchFamily="34" charset="-120"/>
                        </a:rPr>
                        <a:t>1</a:t>
                      </a:r>
                      <a:endParaRPr lang="en-US" sz="1600" dirty="0">
                        <a:latin typeface="Arial" charset="0"/>
                        <a:ea typeface="Arial" charset="0"/>
                        <a:cs typeface="Arial" charset="0"/>
                      </a:endParaRPr>
                    </a:p>
                  </a:txBody>
                  <a:tcPr anchor="ctr">
                    <a:lnL w="9525" cap="flat" cmpd="sng" algn="ctr">
                      <a:solidFill>
                        <a:srgbClr val="C9D2D8"/>
                      </a:solidFill>
                      <a:prstDash val="solid"/>
                      <a:round/>
                      <a:headEnd type="none" w="med" len="med"/>
                      <a:tailEnd type="none" w="med" len="med"/>
                    </a:lnL>
                    <a:lnR w="9525" cap="flat" cmpd="sng" algn="ctr">
                      <a:solidFill>
                        <a:srgbClr val="C9D2D8"/>
                      </a:solidFill>
                      <a:prstDash val="solid"/>
                      <a:round/>
                      <a:headEnd type="none" w="med" len="med"/>
                      <a:tailEnd type="none" w="med" len="med"/>
                    </a:lnR>
                    <a:lnT w="9525" cap="flat" cmpd="sng" algn="ctr">
                      <a:solidFill>
                        <a:srgbClr val="C9D2D8"/>
                      </a:solidFill>
                      <a:prstDash val="solid"/>
                      <a:round/>
                      <a:headEnd type="none" w="med" len="med"/>
                      <a:tailEnd type="none" w="med" len="med"/>
                    </a:lnT>
                    <a:lnB w="9525" cap="flat" cmpd="sng" algn="ctr">
                      <a:solidFill>
                        <a:srgbClr val="C9D2D8"/>
                      </a:solidFill>
                      <a:prstDash val="solid"/>
                      <a:round/>
                      <a:headEnd type="none" w="med" len="med"/>
                      <a:tailEnd type="none" w="med" len="med"/>
                    </a:lnB>
                  </a:tcPr>
                </a:tc>
                <a:tc>
                  <a:txBody>
                    <a:bodyPr/>
                    <a:lstStyle/>
                    <a:p>
                      <a:pPr marL="0" indent="0">
                        <a:buNone/>
                      </a:pPr>
                      <a:r>
                        <a:rPr lang="en-US" sz="1600" dirty="0">
                          <a:solidFill>
                            <a:srgbClr val="1F2328"/>
                          </a:solidFill>
                          <a:latin typeface="Arial" pitchFamily="34" charset="0"/>
                          <a:ea typeface="Arial" pitchFamily="34" charset="-122"/>
                          <a:cs typeface="Arial" pitchFamily="34" charset="-120"/>
                        </a:rPr>
                        <a:t>53 detik</a:t>
                      </a:r>
                      <a:endParaRPr lang="en-US" sz="1600" dirty="0">
                        <a:latin typeface="Arial" charset="0"/>
                        <a:ea typeface="Arial" charset="0"/>
                        <a:cs typeface="Arial" charset="0"/>
                      </a:endParaRPr>
                    </a:p>
                  </a:txBody>
                  <a:tcPr anchor="ctr">
                    <a:lnL w="9525" cap="flat" cmpd="sng" algn="ctr">
                      <a:solidFill>
                        <a:srgbClr val="C9D2D8"/>
                      </a:solidFill>
                      <a:prstDash val="solid"/>
                      <a:round/>
                      <a:headEnd type="none" w="med" len="med"/>
                      <a:tailEnd type="none" w="med" len="med"/>
                    </a:lnL>
                    <a:lnR w="9525" cap="flat" cmpd="sng" algn="ctr">
                      <a:solidFill>
                        <a:srgbClr val="C9D2D8"/>
                      </a:solidFill>
                      <a:prstDash val="solid"/>
                      <a:round/>
                      <a:headEnd type="none" w="med" len="med"/>
                      <a:tailEnd type="none" w="med" len="med"/>
                    </a:lnR>
                    <a:lnT w="9525" cap="flat" cmpd="sng" algn="ctr">
                      <a:solidFill>
                        <a:srgbClr val="C9D2D8"/>
                      </a:solidFill>
                      <a:prstDash val="solid"/>
                      <a:round/>
                      <a:headEnd type="none" w="med" len="med"/>
                      <a:tailEnd type="none" w="med" len="med"/>
                    </a:lnT>
                    <a:lnB w="9525" cap="flat" cmpd="sng" algn="ctr">
                      <a:solidFill>
                        <a:srgbClr val="C9D2D8"/>
                      </a:solidFill>
                      <a:prstDash val="solid"/>
                      <a:round/>
                      <a:headEnd type="none" w="med" len="med"/>
                      <a:tailEnd type="none" w="med" len="med"/>
                    </a:lnB>
                  </a:tcPr>
                </a:tc>
                <a:tc>
                  <a:txBody>
                    <a:bodyPr/>
                    <a:lstStyle/>
                    <a:p>
                      <a:pPr marL="0" indent="0">
                        <a:buNone/>
                      </a:pPr>
                      <a:r>
                        <a:rPr lang="en-US" sz="1600" dirty="0">
                          <a:solidFill>
                            <a:srgbClr val="1F2328"/>
                          </a:solidFill>
                          <a:latin typeface="Arial" pitchFamily="34" charset="0"/>
                          <a:ea typeface="Arial" pitchFamily="34" charset="-122"/>
                          <a:cs typeface="Arial" pitchFamily="34" charset="-120"/>
                        </a:rPr>
                        <a:t>Jumat</a:t>
                      </a:r>
                      <a:endParaRPr lang="en-US" sz="1600" dirty="0">
                        <a:latin typeface="Arial" charset="0"/>
                        <a:ea typeface="Arial" charset="0"/>
                        <a:cs typeface="Arial" charset="0"/>
                      </a:endParaRPr>
                    </a:p>
                  </a:txBody>
                  <a:tcPr anchor="ctr">
                    <a:lnL w="9525" cap="flat" cmpd="sng" algn="ctr">
                      <a:solidFill>
                        <a:srgbClr val="C9D2D8"/>
                      </a:solidFill>
                      <a:prstDash val="solid"/>
                      <a:round/>
                      <a:headEnd type="none" w="med" len="med"/>
                      <a:tailEnd type="none" w="med" len="med"/>
                    </a:lnL>
                    <a:lnR w="9525" cap="flat" cmpd="sng" algn="ctr">
                      <a:solidFill>
                        <a:srgbClr val="C9D2D8"/>
                      </a:solidFill>
                      <a:prstDash val="solid"/>
                      <a:round/>
                      <a:headEnd type="none" w="med" len="med"/>
                      <a:tailEnd type="none" w="med" len="med"/>
                    </a:lnR>
                    <a:lnT w="9525" cap="flat" cmpd="sng" algn="ctr">
                      <a:solidFill>
                        <a:srgbClr val="C9D2D8"/>
                      </a:solidFill>
                      <a:prstDash val="solid"/>
                      <a:round/>
                      <a:headEnd type="none" w="med" len="med"/>
                      <a:tailEnd type="none" w="med" len="med"/>
                    </a:lnT>
                    <a:lnB w="9525" cap="flat" cmpd="sng" algn="ctr">
                      <a:solidFill>
                        <a:srgbClr val="C9D2D8"/>
                      </a:solidFill>
                      <a:prstDash val="solid"/>
                      <a:round/>
                      <a:headEnd type="none" w="med" len="med"/>
                      <a:tailEnd type="none" w="med" len="med"/>
                    </a:lnB>
                  </a:tcPr>
                </a:tc>
                <a:tc>
                  <a:txBody>
                    <a:bodyPr/>
                    <a:lstStyle/>
                    <a:p>
                      <a:pPr marL="0" indent="0">
                        <a:buNone/>
                      </a:pPr>
                      <a:r>
                        <a:rPr lang="en-US" sz="1600" dirty="0">
                          <a:solidFill>
                            <a:srgbClr val="1F2328"/>
                          </a:solidFill>
                          <a:latin typeface="Arial" pitchFamily="34" charset="0"/>
                          <a:ea typeface="Arial" pitchFamily="34" charset="-122"/>
                          <a:cs typeface="Arial" pitchFamily="34" charset="-120"/>
                        </a:rPr>
                        <a:t>10</a:t>
                      </a:r>
                      <a:endParaRPr lang="en-US" sz="1600" dirty="0">
                        <a:latin typeface="Arial" charset="0"/>
                        <a:ea typeface="Arial" charset="0"/>
                        <a:cs typeface="Arial" charset="0"/>
                      </a:endParaRPr>
                    </a:p>
                  </a:txBody>
                  <a:tcPr anchor="ctr">
                    <a:lnL w="9525" cap="flat" cmpd="sng" algn="ctr">
                      <a:solidFill>
                        <a:srgbClr val="C9D2D8"/>
                      </a:solidFill>
                      <a:prstDash val="solid"/>
                      <a:round/>
                      <a:headEnd type="none" w="med" len="med"/>
                      <a:tailEnd type="none" w="med" len="med"/>
                    </a:lnL>
                    <a:lnR w="9525" cap="flat" cmpd="sng" algn="ctr">
                      <a:solidFill>
                        <a:srgbClr val="C9D2D8"/>
                      </a:solidFill>
                      <a:prstDash val="solid"/>
                      <a:round/>
                      <a:headEnd type="none" w="med" len="med"/>
                      <a:tailEnd type="none" w="med" len="med"/>
                    </a:lnR>
                    <a:lnT w="9525" cap="flat" cmpd="sng" algn="ctr">
                      <a:solidFill>
                        <a:srgbClr val="C9D2D8"/>
                      </a:solidFill>
                      <a:prstDash val="solid"/>
                      <a:round/>
                      <a:headEnd type="none" w="med" len="med"/>
                      <a:tailEnd type="none" w="med" len="med"/>
                    </a:lnT>
                    <a:lnB w="9525" cap="flat" cmpd="sng" algn="ctr">
                      <a:solidFill>
                        <a:srgbClr val="C9D2D8"/>
                      </a:solidFill>
                      <a:prstDash val="solid"/>
                      <a:round/>
                      <a:headEnd type="none" w="med" len="med"/>
                      <a:tailEnd type="none" w="med" len="med"/>
                    </a:lnB>
                  </a:tcPr>
                </a:tc>
                <a:tc>
                  <a:txBody>
                    <a:bodyPr/>
                    <a:lstStyle/>
                    <a:p>
                      <a:pPr marL="0" indent="0">
                        <a:buNone/>
                      </a:pPr>
                      <a:r>
                        <a:rPr lang="en-US" sz="1600" dirty="0">
                          <a:solidFill>
                            <a:srgbClr val="1F2328"/>
                          </a:solidFill>
                          <a:latin typeface="Arial" pitchFamily="34" charset="0"/>
                          <a:ea typeface="Arial" pitchFamily="34" charset="-122"/>
                          <a:cs typeface="Arial" pitchFamily="34" charset="-120"/>
                        </a:rPr>
                        <a:t>53</a:t>
                      </a:r>
                      <a:endParaRPr lang="en-US" sz="1600" dirty="0">
                        <a:latin typeface="Arial" charset="0"/>
                        <a:ea typeface="Arial" charset="0"/>
                        <a:cs typeface="Arial" charset="0"/>
                      </a:endParaRPr>
                    </a:p>
                  </a:txBody>
                  <a:tcPr anchor="ctr">
                    <a:lnL w="9525" cap="flat" cmpd="sng" algn="ctr">
                      <a:solidFill>
                        <a:srgbClr val="C9D2D8"/>
                      </a:solidFill>
                      <a:prstDash val="solid"/>
                      <a:round/>
                      <a:headEnd type="none" w="med" len="med"/>
                      <a:tailEnd type="none" w="med" len="med"/>
                    </a:lnL>
                    <a:lnR w="9525" cap="flat" cmpd="sng" algn="ctr">
                      <a:solidFill>
                        <a:srgbClr val="C9D2D8"/>
                      </a:solidFill>
                      <a:prstDash val="solid"/>
                      <a:round/>
                      <a:headEnd type="none" w="med" len="med"/>
                      <a:tailEnd type="none" w="med" len="med"/>
                    </a:lnR>
                    <a:lnT w="9525" cap="flat" cmpd="sng" algn="ctr">
                      <a:solidFill>
                        <a:srgbClr val="C9D2D8"/>
                      </a:solidFill>
                      <a:prstDash val="solid"/>
                      <a:round/>
                      <a:headEnd type="none" w="med" len="med"/>
                      <a:tailEnd type="none" w="med" len="med"/>
                    </a:lnT>
                    <a:lnB w="9525" cap="flat" cmpd="sng" algn="ctr">
                      <a:solidFill>
                        <a:srgbClr val="C9D2D8"/>
                      </a:solidFill>
                      <a:prstDash val="solid"/>
                      <a:round/>
                      <a:headEnd type="none" w="med" len="med"/>
                      <a:tailEnd type="none" w="med" len="med"/>
                    </a:lnB>
                  </a:tcPr>
                </a:tc>
                <a:extLst>
                  <a:ext uri="{0D108BD9-81ED-4DB2-BD59-A6C34878D82A}">
                    <a16:rowId xmlns:a16="http://schemas.microsoft.com/office/drawing/2014/main" val="10001"/>
                  </a:ext>
                </a:extLst>
              </a:tr>
              <a:tr h="502920">
                <a:tc>
                  <a:txBody>
                    <a:bodyPr/>
                    <a:lstStyle/>
                    <a:p>
                      <a:pPr marL="0" indent="0">
                        <a:buNone/>
                      </a:pPr>
                      <a:r>
                        <a:rPr lang="en-US" sz="1600" dirty="0">
                          <a:solidFill>
                            <a:srgbClr val="1F2328"/>
                          </a:solidFill>
                          <a:latin typeface="Arial" pitchFamily="34" charset="0"/>
                          <a:ea typeface="Arial" pitchFamily="34" charset="-122"/>
                          <a:cs typeface="Arial" pitchFamily="34" charset="-120"/>
                        </a:rPr>
                        <a:t>2</a:t>
                      </a:r>
                      <a:endParaRPr lang="en-US" sz="1600" dirty="0">
                        <a:latin typeface="Arial" charset="0"/>
                        <a:ea typeface="Arial" charset="0"/>
                        <a:cs typeface="Arial" charset="0"/>
                      </a:endParaRPr>
                    </a:p>
                  </a:txBody>
                  <a:tcPr anchor="ctr">
                    <a:lnL w="9525" cap="flat" cmpd="sng" algn="ctr">
                      <a:solidFill>
                        <a:srgbClr val="C9D2D8"/>
                      </a:solidFill>
                      <a:prstDash val="solid"/>
                      <a:round/>
                      <a:headEnd type="none" w="med" len="med"/>
                      <a:tailEnd type="none" w="med" len="med"/>
                    </a:lnL>
                    <a:lnR w="9525" cap="flat" cmpd="sng" algn="ctr">
                      <a:solidFill>
                        <a:srgbClr val="C9D2D8"/>
                      </a:solidFill>
                      <a:prstDash val="solid"/>
                      <a:round/>
                      <a:headEnd type="none" w="med" len="med"/>
                      <a:tailEnd type="none" w="med" len="med"/>
                    </a:lnR>
                    <a:lnT w="9525" cap="flat" cmpd="sng" algn="ctr">
                      <a:solidFill>
                        <a:srgbClr val="C9D2D8"/>
                      </a:solidFill>
                      <a:prstDash val="solid"/>
                      <a:round/>
                      <a:headEnd type="none" w="med" len="med"/>
                      <a:tailEnd type="none" w="med" len="med"/>
                    </a:lnT>
                    <a:lnB w="9525" cap="flat" cmpd="sng" algn="ctr">
                      <a:solidFill>
                        <a:srgbClr val="C9D2D8"/>
                      </a:solidFill>
                      <a:prstDash val="solid"/>
                      <a:round/>
                      <a:headEnd type="none" w="med" len="med"/>
                      <a:tailEnd type="none" w="med" len="med"/>
                    </a:lnB>
                  </a:tcPr>
                </a:tc>
                <a:tc>
                  <a:txBody>
                    <a:bodyPr/>
                    <a:lstStyle/>
                    <a:p>
                      <a:pPr marL="0" indent="0">
                        <a:buNone/>
                      </a:pPr>
                      <a:r>
                        <a:rPr lang="en-US" sz="1600" dirty="0">
                          <a:solidFill>
                            <a:srgbClr val="1F2328"/>
                          </a:solidFill>
                          <a:latin typeface="Arial" pitchFamily="34" charset="0"/>
                          <a:ea typeface="Arial" pitchFamily="34" charset="-122"/>
                          <a:cs typeface="Arial" pitchFamily="34" charset="-120"/>
                        </a:rPr>
                        <a:t>1 menit 50 detik</a:t>
                      </a:r>
                      <a:endParaRPr lang="en-US" sz="1600" dirty="0">
                        <a:latin typeface="Arial" charset="0"/>
                        <a:ea typeface="Arial" charset="0"/>
                        <a:cs typeface="Arial" charset="0"/>
                      </a:endParaRPr>
                    </a:p>
                  </a:txBody>
                  <a:tcPr anchor="ctr">
                    <a:lnL w="9525" cap="flat" cmpd="sng" algn="ctr">
                      <a:solidFill>
                        <a:srgbClr val="C9D2D8"/>
                      </a:solidFill>
                      <a:prstDash val="solid"/>
                      <a:round/>
                      <a:headEnd type="none" w="med" len="med"/>
                      <a:tailEnd type="none" w="med" len="med"/>
                    </a:lnL>
                    <a:lnR w="9525" cap="flat" cmpd="sng" algn="ctr">
                      <a:solidFill>
                        <a:srgbClr val="C9D2D8"/>
                      </a:solidFill>
                      <a:prstDash val="solid"/>
                      <a:round/>
                      <a:headEnd type="none" w="med" len="med"/>
                      <a:tailEnd type="none" w="med" len="med"/>
                    </a:lnR>
                    <a:lnT w="9525" cap="flat" cmpd="sng" algn="ctr">
                      <a:solidFill>
                        <a:srgbClr val="C9D2D8"/>
                      </a:solidFill>
                      <a:prstDash val="solid"/>
                      <a:round/>
                      <a:headEnd type="none" w="med" len="med"/>
                      <a:tailEnd type="none" w="med" len="med"/>
                    </a:lnT>
                    <a:lnB w="9525" cap="flat" cmpd="sng" algn="ctr">
                      <a:solidFill>
                        <a:srgbClr val="C9D2D8"/>
                      </a:solidFill>
                      <a:prstDash val="solid"/>
                      <a:round/>
                      <a:headEnd type="none" w="med" len="med"/>
                      <a:tailEnd type="none" w="med" len="med"/>
                    </a:lnB>
                  </a:tcPr>
                </a:tc>
                <a:tc>
                  <a:txBody>
                    <a:bodyPr/>
                    <a:lstStyle/>
                    <a:p>
                      <a:pPr marL="0" indent="0">
                        <a:buNone/>
                      </a:pPr>
                      <a:r>
                        <a:rPr lang="en-US" sz="1600" dirty="0">
                          <a:solidFill>
                            <a:srgbClr val="1F2328"/>
                          </a:solidFill>
                          <a:latin typeface="Arial" pitchFamily="34" charset="0"/>
                          <a:ea typeface="Arial" pitchFamily="34" charset="-122"/>
                          <a:cs typeface="Arial" pitchFamily="34" charset="-120"/>
                        </a:rPr>
                        <a:t>Jumat</a:t>
                      </a:r>
                      <a:endParaRPr lang="en-US" sz="1600" dirty="0">
                        <a:latin typeface="Arial" charset="0"/>
                        <a:ea typeface="Arial" charset="0"/>
                        <a:cs typeface="Arial" charset="0"/>
                      </a:endParaRPr>
                    </a:p>
                  </a:txBody>
                  <a:tcPr anchor="ctr">
                    <a:lnL w="9525" cap="flat" cmpd="sng" algn="ctr">
                      <a:solidFill>
                        <a:srgbClr val="C9D2D8"/>
                      </a:solidFill>
                      <a:prstDash val="solid"/>
                      <a:round/>
                      <a:headEnd type="none" w="med" len="med"/>
                      <a:tailEnd type="none" w="med" len="med"/>
                    </a:lnL>
                    <a:lnR w="9525" cap="flat" cmpd="sng" algn="ctr">
                      <a:solidFill>
                        <a:srgbClr val="C9D2D8"/>
                      </a:solidFill>
                      <a:prstDash val="solid"/>
                      <a:round/>
                      <a:headEnd type="none" w="med" len="med"/>
                      <a:tailEnd type="none" w="med" len="med"/>
                    </a:lnR>
                    <a:lnT w="9525" cap="flat" cmpd="sng" algn="ctr">
                      <a:solidFill>
                        <a:srgbClr val="C9D2D8"/>
                      </a:solidFill>
                      <a:prstDash val="solid"/>
                      <a:round/>
                      <a:headEnd type="none" w="med" len="med"/>
                      <a:tailEnd type="none" w="med" len="med"/>
                    </a:lnT>
                    <a:lnB w="9525" cap="flat" cmpd="sng" algn="ctr">
                      <a:solidFill>
                        <a:srgbClr val="C9D2D8"/>
                      </a:solidFill>
                      <a:prstDash val="solid"/>
                      <a:round/>
                      <a:headEnd type="none" w="med" len="med"/>
                      <a:tailEnd type="none" w="med" len="med"/>
                    </a:lnB>
                  </a:tcPr>
                </a:tc>
                <a:tc>
                  <a:txBody>
                    <a:bodyPr/>
                    <a:lstStyle/>
                    <a:p>
                      <a:pPr marL="0" indent="0">
                        <a:buNone/>
                      </a:pPr>
                      <a:r>
                        <a:rPr lang="en-US" sz="1600" dirty="0">
                          <a:solidFill>
                            <a:srgbClr val="1F2328"/>
                          </a:solidFill>
                          <a:latin typeface="Arial" pitchFamily="34" charset="0"/>
                          <a:ea typeface="Arial" pitchFamily="34" charset="-122"/>
                          <a:cs typeface="Arial" pitchFamily="34" charset="-120"/>
                        </a:rPr>
                        <a:t>10</a:t>
                      </a:r>
                      <a:endParaRPr lang="en-US" sz="1600" dirty="0">
                        <a:latin typeface="Arial" charset="0"/>
                        <a:ea typeface="Arial" charset="0"/>
                        <a:cs typeface="Arial" charset="0"/>
                      </a:endParaRPr>
                    </a:p>
                  </a:txBody>
                  <a:tcPr anchor="ctr">
                    <a:lnL w="9525" cap="flat" cmpd="sng" algn="ctr">
                      <a:solidFill>
                        <a:srgbClr val="C9D2D8"/>
                      </a:solidFill>
                      <a:prstDash val="solid"/>
                      <a:round/>
                      <a:headEnd type="none" w="med" len="med"/>
                      <a:tailEnd type="none" w="med" len="med"/>
                    </a:lnL>
                    <a:lnR w="9525" cap="flat" cmpd="sng" algn="ctr">
                      <a:solidFill>
                        <a:srgbClr val="C9D2D8"/>
                      </a:solidFill>
                      <a:prstDash val="solid"/>
                      <a:round/>
                      <a:headEnd type="none" w="med" len="med"/>
                      <a:tailEnd type="none" w="med" len="med"/>
                    </a:lnR>
                    <a:lnT w="9525" cap="flat" cmpd="sng" algn="ctr">
                      <a:solidFill>
                        <a:srgbClr val="C9D2D8"/>
                      </a:solidFill>
                      <a:prstDash val="solid"/>
                      <a:round/>
                      <a:headEnd type="none" w="med" len="med"/>
                      <a:tailEnd type="none" w="med" len="med"/>
                    </a:lnT>
                    <a:lnB w="9525" cap="flat" cmpd="sng" algn="ctr">
                      <a:solidFill>
                        <a:srgbClr val="C9D2D8"/>
                      </a:solidFill>
                      <a:prstDash val="solid"/>
                      <a:round/>
                      <a:headEnd type="none" w="med" len="med"/>
                      <a:tailEnd type="none" w="med" len="med"/>
                    </a:lnB>
                  </a:tcPr>
                </a:tc>
                <a:tc>
                  <a:txBody>
                    <a:bodyPr/>
                    <a:lstStyle/>
                    <a:p>
                      <a:pPr marL="0" indent="0">
                        <a:buNone/>
                      </a:pPr>
                      <a:r>
                        <a:rPr lang="en-US" sz="1600" dirty="0">
                          <a:solidFill>
                            <a:srgbClr val="1F2328"/>
                          </a:solidFill>
                          <a:latin typeface="Arial" pitchFamily="34" charset="0"/>
                          <a:ea typeface="Arial" pitchFamily="34" charset="-122"/>
                          <a:cs typeface="Arial" pitchFamily="34" charset="-120"/>
                        </a:rPr>
                        <a:t>110</a:t>
                      </a:r>
                      <a:endParaRPr lang="en-US" sz="1600" dirty="0">
                        <a:latin typeface="Arial" charset="0"/>
                        <a:ea typeface="Arial" charset="0"/>
                        <a:cs typeface="Arial" charset="0"/>
                      </a:endParaRPr>
                    </a:p>
                  </a:txBody>
                  <a:tcPr anchor="ctr">
                    <a:lnL w="9525" cap="flat" cmpd="sng" algn="ctr">
                      <a:solidFill>
                        <a:srgbClr val="C9D2D8"/>
                      </a:solidFill>
                      <a:prstDash val="solid"/>
                      <a:round/>
                      <a:headEnd type="none" w="med" len="med"/>
                      <a:tailEnd type="none" w="med" len="med"/>
                    </a:lnL>
                    <a:lnR w="9525" cap="flat" cmpd="sng" algn="ctr">
                      <a:solidFill>
                        <a:srgbClr val="C9D2D8"/>
                      </a:solidFill>
                      <a:prstDash val="solid"/>
                      <a:round/>
                      <a:headEnd type="none" w="med" len="med"/>
                      <a:tailEnd type="none" w="med" len="med"/>
                    </a:lnR>
                    <a:lnT w="9525" cap="flat" cmpd="sng" algn="ctr">
                      <a:solidFill>
                        <a:srgbClr val="C9D2D8"/>
                      </a:solidFill>
                      <a:prstDash val="solid"/>
                      <a:round/>
                      <a:headEnd type="none" w="med" len="med"/>
                      <a:tailEnd type="none" w="med" len="med"/>
                    </a:lnT>
                    <a:lnB w="9525" cap="flat" cmpd="sng" algn="ctr">
                      <a:solidFill>
                        <a:srgbClr val="C9D2D8"/>
                      </a:solidFill>
                      <a:prstDash val="solid"/>
                      <a:round/>
                      <a:headEnd type="none" w="med" len="med"/>
                      <a:tailEnd type="none" w="med" len="med"/>
                    </a:lnB>
                  </a:tcPr>
                </a:tc>
                <a:extLst>
                  <a:ext uri="{0D108BD9-81ED-4DB2-BD59-A6C34878D82A}">
                    <a16:rowId xmlns:a16="http://schemas.microsoft.com/office/drawing/2014/main" val="10002"/>
                  </a:ext>
                </a:extLst>
              </a:tr>
              <a:tr h="502920">
                <a:tc>
                  <a:txBody>
                    <a:bodyPr/>
                    <a:lstStyle/>
                    <a:p>
                      <a:pPr marL="0" indent="0">
                        <a:buNone/>
                      </a:pPr>
                      <a:r>
                        <a:rPr lang="en-US" sz="1600" dirty="0">
                          <a:solidFill>
                            <a:srgbClr val="1F2328"/>
                          </a:solidFill>
                          <a:latin typeface="Arial" pitchFamily="34" charset="0"/>
                          <a:ea typeface="Arial" pitchFamily="34" charset="-122"/>
                          <a:cs typeface="Arial" pitchFamily="34" charset="-120"/>
                        </a:rPr>
                        <a:t>3</a:t>
                      </a:r>
                      <a:endParaRPr lang="en-US" sz="1600" dirty="0">
                        <a:latin typeface="Arial" charset="0"/>
                        <a:ea typeface="Arial" charset="0"/>
                        <a:cs typeface="Arial" charset="0"/>
                      </a:endParaRPr>
                    </a:p>
                  </a:txBody>
                  <a:tcPr anchor="ctr">
                    <a:lnL w="9525" cap="flat" cmpd="sng" algn="ctr">
                      <a:solidFill>
                        <a:srgbClr val="C9D2D8"/>
                      </a:solidFill>
                      <a:prstDash val="solid"/>
                      <a:round/>
                      <a:headEnd type="none" w="med" len="med"/>
                      <a:tailEnd type="none" w="med" len="med"/>
                    </a:lnL>
                    <a:lnR w="9525" cap="flat" cmpd="sng" algn="ctr">
                      <a:solidFill>
                        <a:srgbClr val="C9D2D8"/>
                      </a:solidFill>
                      <a:prstDash val="solid"/>
                      <a:round/>
                      <a:headEnd type="none" w="med" len="med"/>
                      <a:tailEnd type="none" w="med" len="med"/>
                    </a:lnR>
                    <a:lnT w="9525" cap="flat" cmpd="sng" algn="ctr">
                      <a:solidFill>
                        <a:srgbClr val="C9D2D8"/>
                      </a:solidFill>
                      <a:prstDash val="solid"/>
                      <a:round/>
                      <a:headEnd type="none" w="med" len="med"/>
                      <a:tailEnd type="none" w="med" len="med"/>
                    </a:lnT>
                    <a:lnB w="9525" cap="flat" cmpd="sng" algn="ctr">
                      <a:solidFill>
                        <a:srgbClr val="C9D2D8"/>
                      </a:solidFill>
                      <a:prstDash val="solid"/>
                      <a:round/>
                      <a:headEnd type="none" w="med" len="med"/>
                      <a:tailEnd type="none" w="med" len="med"/>
                    </a:lnB>
                  </a:tcPr>
                </a:tc>
                <a:tc>
                  <a:txBody>
                    <a:bodyPr/>
                    <a:lstStyle/>
                    <a:p>
                      <a:pPr marL="0" indent="0">
                        <a:buNone/>
                      </a:pPr>
                      <a:r>
                        <a:rPr lang="en-US" sz="1600" dirty="0">
                          <a:solidFill>
                            <a:srgbClr val="1F2328"/>
                          </a:solidFill>
                          <a:latin typeface="Arial" pitchFamily="34" charset="0"/>
                          <a:ea typeface="Arial" pitchFamily="34" charset="-122"/>
                          <a:cs typeface="Arial" pitchFamily="34" charset="-120"/>
                        </a:rPr>
                        <a:t>1 menit 6 detik</a:t>
                      </a:r>
                      <a:endParaRPr lang="en-US" sz="1600" dirty="0">
                        <a:latin typeface="Arial" charset="0"/>
                        <a:ea typeface="Arial" charset="0"/>
                        <a:cs typeface="Arial" charset="0"/>
                      </a:endParaRPr>
                    </a:p>
                  </a:txBody>
                  <a:tcPr anchor="ctr">
                    <a:lnL w="9525" cap="flat" cmpd="sng" algn="ctr">
                      <a:solidFill>
                        <a:srgbClr val="C9D2D8"/>
                      </a:solidFill>
                      <a:prstDash val="solid"/>
                      <a:round/>
                      <a:headEnd type="none" w="med" len="med"/>
                      <a:tailEnd type="none" w="med" len="med"/>
                    </a:lnL>
                    <a:lnR w="9525" cap="flat" cmpd="sng" algn="ctr">
                      <a:solidFill>
                        <a:srgbClr val="C9D2D8"/>
                      </a:solidFill>
                      <a:prstDash val="solid"/>
                      <a:round/>
                      <a:headEnd type="none" w="med" len="med"/>
                      <a:tailEnd type="none" w="med" len="med"/>
                    </a:lnR>
                    <a:lnT w="9525" cap="flat" cmpd="sng" algn="ctr">
                      <a:solidFill>
                        <a:srgbClr val="C9D2D8"/>
                      </a:solidFill>
                      <a:prstDash val="solid"/>
                      <a:round/>
                      <a:headEnd type="none" w="med" len="med"/>
                      <a:tailEnd type="none" w="med" len="med"/>
                    </a:lnT>
                    <a:lnB w="9525" cap="flat" cmpd="sng" algn="ctr">
                      <a:solidFill>
                        <a:srgbClr val="C9D2D8"/>
                      </a:solidFill>
                      <a:prstDash val="solid"/>
                      <a:round/>
                      <a:headEnd type="none" w="med" len="med"/>
                      <a:tailEnd type="none" w="med" len="med"/>
                    </a:lnB>
                  </a:tcPr>
                </a:tc>
                <a:tc>
                  <a:txBody>
                    <a:bodyPr/>
                    <a:lstStyle/>
                    <a:p>
                      <a:pPr marL="0" indent="0">
                        <a:buNone/>
                      </a:pPr>
                      <a:r>
                        <a:rPr lang="en-US" sz="1600" dirty="0">
                          <a:solidFill>
                            <a:srgbClr val="1F2328"/>
                          </a:solidFill>
                          <a:latin typeface="Arial" pitchFamily="34" charset="0"/>
                          <a:ea typeface="Arial" pitchFamily="34" charset="-122"/>
                          <a:cs typeface="Arial" pitchFamily="34" charset="-120"/>
                        </a:rPr>
                        <a:t>Jumat</a:t>
                      </a:r>
                      <a:endParaRPr lang="en-US" sz="1600" dirty="0">
                        <a:latin typeface="Arial" charset="0"/>
                        <a:ea typeface="Arial" charset="0"/>
                        <a:cs typeface="Arial" charset="0"/>
                      </a:endParaRPr>
                    </a:p>
                  </a:txBody>
                  <a:tcPr anchor="ctr">
                    <a:lnL w="9525" cap="flat" cmpd="sng" algn="ctr">
                      <a:solidFill>
                        <a:srgbClr val="C9D2D8"/>
                      </a:solidFill>
                      <a:prstDash val="solid"/>
                      <a:round/>
                      <a:headEnd type="none" w="med" len="med"/>
                      <a:tailEnd type="none" w="med" len="med"/>
                    </a:lnL>
                    <a:lnR w="9525" cap="flat" cmpd="sng" algn="ctr">
                      <a:solidFill>
                        <a:srgbClr val="C9D2D8"/>
                      </a:solidFill>
                      <a:prstDash val="solid"/>
                      <a:round/>
                      <a:headEnd type="none" w="med" len="med"/>
                      <a:tailEnd type="none" w="med" len="med"/>
                    </a:lnR>
                    <a:lnT w="9525" cap="flat" cmpd="sng" algn="ctr">
                      <a:solidFill>
                        <a:srgbClr val="C9D2D8"/>
                      </a:solidFill>
                      <a:prstDash val="solid"/>
                      <a:round/>
                      <a:headEnd type="none" w="med" len="med"/>
                      <a:tailEnd type="none" w="med" len="med"/>
                    </a:lnT>
                    <a:lnB w="9525" cap="flat" cmpd="sng" algn="ctr">
                      <a:solidFill>
                        <a:srgbClr val="C9D2D8"/>
                      </a:solidFill>
                      <a:prstDash val="solid"/>
                      <a:round/>
                      <a:headEnd type="none" w="med" len="med"/>
                      <a:tailEnd type="none" w="med" len="med"/>
                    </a:lnB>
                  </a:tcPr>
                </a:tc>
                <a:tc>
                  <a:txBody>
                    <a:bodyPr/>
                    <a:lstStyle/>
                    <a:p>
                      <a:pPr marL="0" indent="0">
                        <a:buNone/>
                      </a:pPr>
                      <a:r>
                        <a:rPr lang="en-US" sz="1600" dirty="0">
                          <a:solidFill>
                            <a:srgbClr val="1F2328"/>
                          </a:solidFill>
                          <a:latin typeface="Arial" pitchFamily="34" charset="0"/>
                          <a:ea typeface="Arial" pitchFamily="34" charset="-122"/>
                          <a:cs typeface="Arial" pitchFamily="34" charset="-120"/>
                        </a:rPr>
                        <a:t>10</a:t>
                      </a:r>
                      <a:endParaRPr lang="en-US" sz="1600" dirty="0">
                        <a:latin typeface="Arial" charset="0"/>
                        <a:ea typeface="Arial" charset="0"/>
                        <a:cs typeface="Arial" charset="0"/>
                      </a:endParaRPr>
                    </a:p>
                  </a:txBody>
                  <a:tcPr anchor="ctr">
                    <a:lnL w="9525" cap="flat" cmpd="sng" algn="ctr">
                      <a:solidFill>
                        <a:srgbClr val="C9D2D8"/>
                      </a:solidFill>
                      <a:prstDash val="solid"/>
                      <a:round/>
                      <a:headEnd type="none" w="med" len="med"/>
                      <a:tailEnd type="none" w="med" len="med"/>
                    </a:lnL>
                    <a:lnR w="9525" cap="flat" cmpd="sng" algn="ctr">
                      <a:solidFill>
                        <a:srgbClr val="C9D2D8"/>
                      </a:solidFill>
                      <a:prstDash val="solid"/>
                      <a:round/>
                      <a:headEnd type="none" w="med" len="med"/>
                      <a:tailEnd type="none" w="med" len="med"/>
                    </a:lnR>
                    <a:lnT w="9525" cap="flat" cmpd="sng" algn="ctr">
                      <a:solidFill>
                        <a:srgbClr val="C9D2D8"/>
                      </a:solidFill>
                      <a:prstDash val="solid"/>
                      <a:round/>
                      <a:headEnd type="none" w="med" len="med"/>
                      <a:tailEnd type="none" w="med" len="med"/>
                    </a:lnT>
                    <a:lnB w="9525" cap="flat" cmpd="sng" algn="ctr">
                      <a:solidFill>
                        <a:srgbClr val="C9D2D8"/>
                      </a:solidFill>
                      <a:prstDash val="solid"/>
                      <a:round/>
                      <a:headEnd type="none" w="med" len="med"/>
                      <a:tailEnd type="none" w="med" len="med"/>
                    </a:lnB>
                  </a:tcPr>
                </a:tc>
                <a:tc>
                  <a:txBody>
                    <a:bodyPr/>
                    <a:lstStyle/>
                    <a:p>
                      <a:pPr marL="0" indent="0">
                        <a:buNone/>
                      </a:pPr>
                      <a:r>
                        <a:rPr lang="en-US" sz="1600" dirty="0">
                          <a:solidFill>
                            <a:srgbClr val="1F2328"/>
                          </a:solidFill>
                          <a:latin typeface="Arial" pitchFamily="34" charset="0"/>
                          <a:ea typeface="Arial" pitchFamily="34" charset="-122"/>
                          <a:cs typeface="Arial" pitchFamily="34" charset="-120"/>
                        </a:rPr>
                        <a:t>66</a:t>
                      </a:r>
                      <a:endParaRPr lang="en-US" sz="1600" dirty="0">
                        <a:latin typeface="Arial" charset="0"/>
                        <a:ea typeface="Arial" charset="0"/>
                        <a:cs typeface="Arial" charset="0"/>
                      </a:endParaRPr>
                    </a:p>
                  </a:txBody>
                  <a:tcPr anchor="ctr">
                    <a:lnL w="9525" cap="flat" cmpd="sng" algn="ctr">
                      <a:solidFill>
                        <a:srgbClr val="C9D2D8"/>
                      </a:solidFill>
                      <a:prstDash val="solid"/>
                      <a:round/>
                      <a:headEnd type="none" w="med" len="med"/>
                      <a:tailEnd type="none" w="med" len="med"/>
                    </a:lnL>
                    <a:lnR w="9525" cap="flat" cmpd="sng" algn="ctr">
                      <a:solidFill>
                        <a:srgbClr val="C9D2D8"/>
                      </a:solidFill>
                      <a:prstDash val="solid"/>
                      <a:round/>
                      <a:headEnd type="none" w="med" len="med"/>
                      <a:tailEnd type="none" w="med" len="med"/>
                    </a:lnR>
                    <a:lnT w="9525" cap="flat" cmpd="sng" algn="ctr">
                      <a:solidFill>
                        <a:srgbClr val="C9D2D8"/>
                      </a:solidFill>
                      <a:prstDash val="solid"/>
                      <a:round/>
                      <a:headEnd type="none" w="med" len="med"/>
                      <a:tailEnd type="none" w="med" len="med"/>
                    </a:lnT>
                    <a:lnB w="9525" cap="flat" cmpd="sng" algn="ctr">
                      <a:solidFill>
                        <a:srgbClr val="C9D2D8"/>
                      </a:solidFill>
                      <a:prstDash val="solid"/>
                      <a:round/>
                      <a:headEnd type="none" w="med" len="med"/>
                      <a:tailEnd type="none" w="med" len="med"/>
                    </a:lnB>
                  </a:tcPr>
                </a:tc>
                <a:extLst>
                  <a:ext uri="{0D108BD9-81ED-4DB2-BD59-A6C34878D82A}">
                    <a16:rowId xmlns:a16="http://schemas.microsoft.com/office/drawing/2014/main" val="10003"/>
                  </a:ext>
                </a:extLst>
              </a:tr>
              <a:tr h="502920">
                <a:tc>
                  <a:txBody>
                    <a:bodyPr/>
                    <a:lstStyle/>
                    <a:p>
                      <a:pPr marL="0" indent="0">
                        <a:buNone/>
                      </a:pPr>
                      <a:r>
                        <a:rPr lang="en-US" sz="1600" dirty="0">
                          <a:solidFill>
                            <a:srgbClr val="1F2328"/>
                          </a:solidFill>
                          <a:latin typeface="Arial" pitchFamily="34" charset="0"/>
                          <a:ea typeface="Arial" pitchFamily="34" charset="-122"/>
                          <a:cs typeface="Arial" pitchFamily="34" charset="-120"/>
                        </a:rPr>
                        <a:t>4</a:t>
                      </a:r>
                      <a:endParaRPr lang="en-US" sz="1600" dirty="0">
                        <a:latin typeface="Arial" charset="0"/>
                        <a:ea typeface="Arial" charset="0"/>
                        <a:cs typeface="Arial" charset="0"/>
                      </a:endParaRPr>
                    </a:p>
                  </a:txBody>
                  <a:tcPr anchor="ctr">
                    <a:lnL w="9525" cap="flat" cmpd="sng" algn="ctr">
                      <a:solidFill>
                        <a:srgbClr val="C9D2D8"/>
                      </a:solidFill>
                      <a:prstDash val="solid"/>
                      <a:round/>
                      <a:headEnd type="none" w="med" len="med"/>
                      <a:tailEnd type="none" w="med" len="med"/>
                    </a:lnL>
                    <a:lnR w="9525" cap="flat" cmpd="sng" algn="ctr">
                      <a:solidFill>
                        <a:srgbClr val="C9D2D8"/>
                      </a:solidFill>
                      <a:prstDash val="solid"/>
                      <a:round/>
                      <a:headEnd type="none" w="med" len="med"/>
                      <a:tailEnd type="none" w="med" len="med"/>
                    </a:lnR>
                    <a:lnT w="9525" cap="flat" cmpd="sng" algn="ctr">
                      <a:solidFill>
                        <a:srgbClr val="C9D2D8"/>
                      </a:solidFill>
                      <a:prstDash val="solid"/>
                      <a:round/>
                      <a:headEnd type="none" w="med" len="med"/>
                      <a:tailEnd type="none" w="med" len="med"/>
                    </a:lnT>
                    <a:lnB w="9525" cap="flat" cmpd="sng" algn="ctr">
                      <a:solidFill>
                        <a:srgbClr val="C9D2D8"/>
                      </a:solidFill>
                      <a:prstDash val="solid"/>
                      <a:round/>
                      <a:headEnd type="none" w="med" len="med"/>
                      <a:tailEnd type="none" w="med" len="med"/>
                    </a:lnB>
                  </a:tcPr>
                </a:tc>
                <a:tc>
                  <a:txBody>
                    <a:bodyPr/>
                    <a:lstStyle/>
                    <a:p>
                      <a:pPr marL="0" indent="0">
                        <a:buNone/>
                      </a:pPr>
                      <a:r>
                        <a:rPr lang="en-US" sz="1600" dirty="0">
                          <a:solidFill>
                            <a:srgbClr val="1F2328"/>
                          </a:solidFill>
                          <a:latin typeface="Arial" pitchFamily="34" charset="0"/>
                          <a:ea typeface="Arial" pitchFamily="34" charset="-122"/>
                          <a:cs typeface="Arial" pitchFamily="34" charset="-120"/>
                        </a:rPr>
                        <a:t>47 detik</a:t>
                      </a:r>
                      <a:endParaRPr lang="en-US" sz="1600" dirty="0">
                        <a:latin typeface="Arial" charset="0"/>
                        <a:ea typeface="Arial" charset="0"/>
                        <a:cs typeface="Arial" charset="0"/>
                      </a:endParaRPr>
                    </a:p>
                  </a:txBody>
                  <a:tcPr anchor="ctr">
                    <a:lnL w="9525" cap="flat" cmpd="sng" algn="ctr">
                      <a:solidFill>
                        <a:srgbClr val="C9D2D8"/>
                      </a:solidFill>
                      <a:prstDash val="solid"/>
                      <a:round/>
                      <a:headEnd type="none" w="med" len="med"/>
                      <a:tailEnd type="none" w="med" len="med"/>
                    </a:lnL>
                    <a:lnR w="9525" cap="flat" cmpd="sng" algn="ctr">
                      <a:solidFill>
                        <a:srgbClr val="C9D2D8"/>
                      </a:solidFill>
                      <a:prstDash val="solid"/>
                      <a:round/>
                      <a:headEnd type="none" w="med" len="med"/>
                      <a:tailEnd type="none" w="med" len="med"/>
                    </a:lnR>
                    <a:lnT w="9525" cap="flat" cmpd="sng" algn="ctr">
                      <a:solidFill>
                        <a:srgbClr val="C9D2D8"/>
                      </a:solidFill>
                      <a:prstDash val="solid"/>
                      <a:round/>
                      <a:headEnd type="none" w="med" len="med"/>
                      <a:tailEnd type="none" w="med" len="med"/>
                    </a:lnT>
                    <a:lnB w="9525" cap="flat" cmpd="sng" algn="ctr">
                      <a:solidFill>
                        <a:srgbClr val="C9D2D8"/>
                      </a:solidFill>
                      <a:prstDash val="solid"/>
                      <a:round/>
                      <a:headEnd type="none" w="med" len="med"/>
                      <a:tailEnd type="none" w="med" len="med"/>
                    </a:lnB>
                  </a:tcPr>
                </a:tc>
                <a:tc>
                  <a:txBody>
                    <a:bodyPr/>
                    <a:lstStyle/>
                    <a:p>
                      <a:pPr marL="0" indent="0">
                        <a:buNone/>
                      </a:pPr>
                      <a:r>
                        <a:rPr lang="en-US" sz="1600" dirty="0">
                          <a:solidFill>
                            <a:srgbClr val="1F2328"/>
                          </a:solidFill>
                          <a:latin typeface="Arial" pitchFamily="34" charset="0"/>
                          <a:ea typeface="Arial" pitchFamily="34" charset="-122"/>
                          <a:cs typeface="Arial" pitchFamily="34" charset="-120"/>
                        </a:rPr>
                        <a:t>Selasa</a:t>
                      </a:r>
                      <a:endParaRPr lang="en-US" sz="1600" dirty="0">
                        <a:latin typeface="Arial" charset="0"/>
                        <a:ea typeface="Arial" charset="0"/>
                        <a:cs typeface="Arial" charset="0"/>
                      </a:endParaRPr>
                    </a:p>
                  </a:txBody>
                  <a:tcPr anchor="ctr">
                    <a:lnL w="9525" cap="flat" cmpd="sng" algn="ctr">
                      <a:solidFill>
                        <a:srgbClr val="C9D2D8"/>
                      </a:solidFill>
                      <a:prstDash val="solid"/>
                      <a:round/>
                      <a:headEnd type="none" w="med" len="med"/>
                      <a:tailEnd type="none" w="med" len="med"/>
                    </a:lnL>
                    <a:lnR w="9525" cap="flat" cmpd="sng" algn="ctr">
                      <a:solidFill>
                        <a:srgbClr val="C9D2D8"/>
                      </a:solidFill>
                      <a:prstDash val="solid"/>
                      <a:round/>
                      <a:headEnd type="none" w="med" len="med"/>
                      <a:tailEnd type="none" w="med" len="med"/>
                    </a:lnR>
                    <a:lnT w="9525" cap="flat" cmpd="sng" algn="ctr">
                      <a:solidFill>
                        <a:srgbClr val="C9D2D8"/>
                      </a:solidFill>
                      <a:prstDash val="solid"/>
                      <a:round/>
                      <a:headEnd type="none" w="med" len="med"/>
                      <a:tailEnd type="none" w="med" len="med"/>
                    </a:lnT>
                    <a:lnB w="9525" cap="flat" cmpd="sng" algn="ctr">
                      <a:solidFill>
                        <a:srgbClr val="C9D2D8"/>
                      </a:solidFill>
                      <a:prstDash val="solid"/>
                      <a:round/>
                      <a:headEnd type="none" w="med" len="med"/>
                      <a:tailEnd type="none" w="med" len="med"/>
                    </a:lnB>
                  </a:tcPr>
                </a:tc>
                <a:tc>
                  <a:txBody>
                    <a:bodyPr/>
                    <a:lstStyle/>
                    <a:p>
                      <a:pPr marL="0" indent="0">
                        <a:buNone/>
                      </a:pPr>
                      <a:r>
                        <a:rPr lang="en-US" sz="1600" dirty="0">
                          <a:solidFill>
                            <a:srgbClr val="1F2328"/>
                          </a:solidFill>
                          <a:latin typeface="Arial" pitchFamily="34" charset="0"/>
                          <a:ea typeface="Arial" pitchFamily="34" charset="-122"/>
                          <a:cs typeface="Arial" pitchFamily="34" charset="-120"/>
                        </a:rPr>
                        <a:t>10</a:t>
                      </a:r>
                      <a:endParaRPr lang="en-US" sz="1600" dirty="0">
                        <a:latin typeface="Arial" charset="0"/>
                        <a:ea typeface="Arial" charset="0"/>
                        <a:cs typeface="Arial" charset="0"/>
                      </a:endParaRPr>
                    </a:p>
                  </a:txBody>
                  <a:tcPr anchor="ctr">
                    <a:lnL w="9525" cap="flat" cmpd="sng" algn="ctr">
                      <a:solidFill>
                        <a:srgbClr val="C9D2D8"/>
                      </a:solidFill>
                      <a:prstDash val="solid"/>
                      <a:round/>
                      <a:headEnd type="none" w="med" len="med"/>
                      <a:tailEnd type="none" w="med" len="med"/>
                    </a:lnL>
                    <a:lnR w="9525" cap="flat" cmpd="sng" algn="ctr">
                      <a:solidFill>
                        <a:srgbClr val="C9D2D8"/>
                      </a:solidFill>
                      <a:prstDash val="solid"/>
                      <a:round/>
                      <a:headEnd type="none" w="med" len="med"/>
                      <a:tailEnd type="none" w="med" len="med"/>
                    </a:lnR>
                    <a:lnT w="9525" cap="flat" cmpd="sng" algn="ctr">
                      <a:solidFill>
                        <a:srgbClr val="C9D2D8"/>
                      </a:solidFill>
                      <a:prstDash val="solid"/>
                      <a:round/>
                      <a:headEnd type="none" w="med" len="med"/>
                      <a:tailEnd type="none" w="med" len="med"/>
                    </a:lnT>
                    <a:lnB w="9525" cap="flat" cmpd="sng" algn="ctr">
                      <a:solidFill>
                        <a:srgbClr val="C9D2D8"/>
                      </a:solidFill>
                      <a:prstDash val="solid"/>
                      <a:round/>
                      <a:headEnd type="none" w="med" len="med"/>
                      <a:tailEnd type="none" w="med" len="med"/>
                    </a:lnB>
                  </a:tcPr>
                </a:tc>
                <a:tc>
                  <a:txBody>
                    <a:bodyPr/>
                    <a:lstStyle/>
                    <a:p>
                      <a:pPr marL="0" indent="0">
                        <a:buNone/>
                      </a:pPr>
                      <a:r>
                        <a:rPr lang="en-US" sz="1600" dirty="0">
                          <a:solidFill>
                            <a:srgbClr val="1F2328"/>
                          </a:solidFill>
                          <a:latin typeface="Arial" pitchFamily="34" charset="0"/>
                          <a:ea typeface="Arial" pitchFamily="34" charset="-122"/>
                          <a:cs typeface="Arial" pitchFamily="34" charset="-120"/>
                        </a:rPr>
                        <a:t>47</a:t>
                      </a:r>
                      <a:endParaRPr lang="en-US" sz="1600" dirty="0">
                        <a:latin typeface="Arial" charset="0"/>
                        <a:ea typeface="Arial" charset="0"/>
                        <a:cs typeface="Arial" charset="0"/>
                      </a:endParaRPr>
                    </a:p>
                  </a:txBody>
                  <a:tcPr anchor="ctr">
                    <a:lnL w="9525" cap="flat" cmpd="sng" algn="ctr">
                      <a:solidFill>
                        <a:srgbClr val="C9D2D8"/>
                      </a:solidFill>
                      <a:prstDash val="solid"/>
                      <a:round/>
                      <a:headEnd type="none" w="med" len="med"/>
                      <a:tailEnd type="none" w="med" len="med"/>
                    </a:lnL>
                    <a:lnR w="9525" cap="flat" cmpd="sng" algn="ctr">
                      <a:solidFill>
                        <a:srgbClr val="C9D2D8"/>
                      </a:solidFill>
                      <a:prstDash val="solid"/>
                      <a:round/>
                      <a:headEnd type="none" w="med" len="med"/>
                      <a:tailEnd type="none" w="med" len="med"/>
                    </a:lnR>
                    <a:lnT w="9525" cap="flat" cmpd="sng" algn="ctr">
                      <a:solidFill>
                        <a:srgbClr val="C9D2D8"/>
                      </a:solidFill>
                      <a:prstDash val="solid"/>
                      <a:round/>
                      <a:headEnd type="none" w="med" len="med"/>
                      <a:tailEnd type="none" w="med" len="med"/>
                    </a:lnT>
                    <a:lnB w="9525" cap="flat" cmpd="sng" algn="ctr">
                      <a:solidFill>
                        <a:srgbClr val="C9D2D8"/>
                      </a:solidFill>
                      <a:prstDash val="solid"/>
                      <a:round/>
                      <a:headEnd type="none" w="med" len="med"/>
                      <a:tailEnd type="none" w="med" len="med"/>
                    </a:lnB>
                  </a:tcPr>
                </a:tc>
                <a:extLst>
                  <a:ext uri="{0D108BD9-81ED-4DB2-BD59-A6C34878D82A}">
                    <a16:rowId xmlns:a16="http://schemas.microsoft.com/office/drawing/2014/main" val="10004"/>
                  </a:ext>
                </a:extLst>
              </a:tr>
              <a:tr h="502920">
                <a:tc>
                  <a:txBody>
                    <a:bodyPr/>
                    <a:lstStyle/>
                    <a:p>
                      <a:pPr marL="0" indent="0">
                        <a:buNone/>
                      </a:pPr>
                      <a:r>
                        <a:rPr lang="en-US" sz="1600" dirty="0">
                          <a:solidFill>
                            <a:srgbClr val="1F2328"/>
                          </a:solidFill>
                          <a:latin typeface="Arial" pitchFamily="34" charset="0"/>
                          <a:ea typeface="Arial" pitchFamily="34" charset="-122"/>
                          <a:cs typeface="Arial" pitchFamily="34" charset="-120"/>
                        </a:rPr>
                        <a:t>5</a:t>
                      </a:r>
                      <a:endParaRPr lang="en-US" sz="1600" dirty="0">
                        <a:latin typeface="Arial" charset="0"/>
                        <a:ea typeface="Arial" charset="0"/>
                        <a:cs typeface="Arial" charset="0"/>
                      </a:endParaRPr>
                    </a:p>
                  </a:txBody>
                  <a:tcPr anchor="ctr">
                    <a:lnL w="9525" cap="flat" cmpd="sng" algn="ctr">
                      <a:solidFill>
                        <a:srgbClr val="C9D2D8"/>
                      </a:solidFill>
                      <a:prstDash val="solid"/>
                      <a:round/>
                      <a:headEnd type="none" w="med" len="med"/>
                      <a:tailEnd type="none" w="med" len="med"/>
                    </a:lnL>
                    <a:lnR w="9525" cap="flat" cmpd="sng" algn="ctr">
                      <a:solidFill>
                        <a:srgbClr val="C9D2D8"/>
                      </a:solidFill>
                      <a:prstDash val="solid"/>
                      <a:round/>
                      <a:headEnd type="none" w="med" len="med"/>
                      <a:tailEnd type="none" w="med" len="med"/>
                    </a:lnR>
                    <a:lnT w="9525" cap="flat" cmpd="sng" algn="ctr">
                      <a:solidFill>
                        <a:srgbClr val="C9D2D8"/>
                      </a:solidFill>
                      <a:prstDash val="solid"/>
                      <a:round/>
                      <a:headEnd type="none" w="med" len="med"/>
                      <a:tailEnd type="none" w="med" len="med"/>
                    </a:lnT>
                    <a:lnB w="9525" cap="flat" cmpd="sng" algn="ctr">
                      <a:solidFill>
                        <a:srgbClr val="C9D2D8"/>
                      </a:solidFill>
                      <a:prstDash val="solid"/>
                      <a:round/>
                      <a:headEnd type="none" w="med" len="med"/>
                      <a:tailEnd type="none" w="med" len="med"/>
                    </a:lnB>
                  </a:tcPr>
                </a:tc>
                <a:tc>
                  <a:txBody>
                    <a:bodyPr/>
                    <a:lstStyle/>
                    <a:p>
                      <a:pPr marL="0" indent="0">
                        <a:buNone/>
                      </a:pPr>
                      <a:r>
                        <a:rPr lang="en-US" sz="1600" dirty="0">
                          <a:solidFill>
                            <a:srgbClr val="1F2328"/>
                          </a:solidFill>
                          <a:latin typeface="Arial" pitchFamily="34" charset="0"/>
                          <a:ea typeface="Arial" pitchFamily="34" charset="-122"/>
                          <a:cs typeface="Arial" pitchFamily="34" charset="-120"/>
                        </a:rPr>
                        <a:t>20 detik</a:t>
                      </a:r>
                      <a:endParaRPr lang="en-US" sz="1600" dirty="0">
                        <a:latin typeface="Arial" charset="0"/>
                        <a:ea typeface="Arial" charset="0"/>
                        <a:cs typeface="Arial" charset="0"/>
                      </a:endParaRPr>
                    </a:p>
                  </a:txBody>
                  <a:tcPr anchor="ctr">
                    <a:lnL w="9525" cap="flat" cmpd="sng" algn="ctr">
                      <a:solidFill>
                        <a:srgbClr val="C9D2D8"/>
                      </a:solidFill>
                      <a:prstDash val="solid"/>
                      <a:round/>
                      <a:headEnd type="none" w="med" len="med"/>
                      <a:tailEnd type="none" w="med" len="med"/>
                    </a:lnL>
                    <a:lnR w="9525" cap="flat" cmpd="sng" algn="ctr">
                      <a:solidFill>
                        <a:srgbClr val="C9D2D8"/>
                      </a:solidFill>
                      <a:prstDash val="solid"/>
                      <a:round/>
                      <a:headEnd type="none" w="med" len="med"/>
                      <a:tailEnd type="none" w="med" len="med"/>
                    </a:lnR>
                    <a:lnT w="9525" cap="flat" cmpd="sng" algn="ctr">
                      <a:solidFill>
                        <a:srgbClr val="C9D2D8"/>
                      </a:solidFill>
                      <a:prstDash val="solid"/>
                      <a:round/>
                      <a:headEnd type="none" w="med" len="med"/>
                      <a:tailEnd type="none" w="med" len="med"/>
                    </a:lnT>
                    <a:lnB w="9525" cap="flat" cmpd="sng" algn="ctr">
                      <a:solidFill>
                        <a:srgbClr val="C9D2D8"/>
                      </a:solidFill>
                      <a:prstDash val="solid"/>
                      <a:round/>
                      <a:headEnd type="none" w="med" len="med"/>
                      <a:tailEnd type="none" w="med" len="med"/>
                    </a:lnB>
                  </a:tcPr>
                </a:tc>
                <a:tc>
                  <a:txBody>
                    <a:bodyPr/>
                    <a:lstStyle/>
                    <a:p>
                      <a:pPr marL="0" indent="0">
                        <a:buNone/>
                      </a:pPr>
                      <a:r>
                        <a:rPr lang="en-US" sz="1600" dirty="0">
                          <a:solidFill>
                            <a:srgbClr val="1F2328"/>
                          </a:solidFill>
                          <a:latin typeface="Arial" pitchFamily="34" charset="0"/>
                          <a:ea typeface="Arial" pitchFamily="34" charset="-122"/>
                          <a:cs typeface="Arial" pitchFamily="34" charset="-120"/>
                        </a:rPr>
                        <a:t>Selasa</a:t>
                      </a:r>
                      <a:endParaRPr lang="en-US" sz="1600" dirty="0">
                        <a:latin typeface="Arial" charset="0"/>
                        <a:ea typeface="Arial" charset="0"/>
                        <a:cs typeface="Arial" charset="0"/>
                      </a:endParaRPr>
                    </a:p>
                  </a:txBody>
                  <a:tcPr anchor="ctr">
                    <a:lnL w="9525" cap="flat" cmpd="sng" algn="ctr">
                      <a:solidFill>
                        <a:srgbClr val="C9D2D8"/>
                      </a:solidFill>
                      <a:prstDash val="solid"/>
                      <a:round/>
                      <a:headEnd type="none" w="med" len="med"/>
                      <a:tailEnd type="none" w="med" len="med"/>
                    </a:lnL>
                    <a:lnR w="9525" cap="flat" cmpd="sng" algn="ctr">
                      <a:solidFill>
                        <a:srgbClr val="C9D2D8"/>
                      </a:solidFill>
                      <a:prstDash val="solid"/>
                      <a:round/>
                      <a:headEnd type="none" w="med" len="med"/>
                      <a:tailEnd type="none" w="med" len="med"/>
                    </a:lnR>
                    <a:lnT w="9525" cap="flat" cmpd="sng" algn="ctr">
                      <a:solidFill>
                        <a:srgbClr val="C9D2D8"/>
                      </a:solidFill>
                      <a:prstDash val="solid"/>
                      <a:round/>
                      <a:headEnd type="none" w="med" len="med"/>
                      <a:tailEnd type="none" w="med" len="med"/>
                    </a:lnT>
                    <a:lnB w="9525" cap="flat" cmpd="sng" algn="ctr">
                      <a:solidFill>
                        <a:srgbClr val="C9D2D8"/>
                      </a:solidFill>
                      <a:prstDash val="solid"/>
                      <a:round/>
                      <a:headEnd type="none" w="med" len="med"/>
                      <a:tailEnd type="none" w="med" len="med"/>
                    </a:lnB>
                  </a:tcPr>
                </a:tc>
                <a:tc>
                  <a:txBody>
                    <a:bodyPr/>
                    <a:lstStyle/>
                    <a:p>
                      <a:pPr marL="0" indent="0">
                        <a:buNone/>
                      </a:pPr>
                      <a:r>
                        <a:rPr lang="en-US" sz="1600" dirty="0">
                          <a:solidFill>
                            <a:srgbClr val="1F2328"/>
                          </a:solidFill>
                          <a:latin typeface="Arial" pitchFamily="34" charset="0"/>
                          <a:ea typeface="Arial" pitchFamily="34" charset="-122"/>
                          <a:cs typeface="Arial" pitchFamily="34" charset="-120"/>
                        </a:rPr>
                        <a:t>10</a:t>
                      </a:r>
                      <a:endParaRPr lang="en-US" sz="1600" dirty="0">
                        <a:latin typeface="Arial" charset="0"/>
                        <a:ea typeface="Arial" charset="0"/>
                        <a:cs typeface="Arial" charset="0"/>
                      </a:endParaRPr>
                    </a:p>
                  </a:txBody>
                  <a:tcPr anchor="ctr">
                    <a:lnL w="9525" cap="flat" cmpd="sng" algn="ctr">
                      <a:solidFill>
                        <a:srgbClr val="C9D2D8"/>
                      </a:solidFill>
                      <a:prstDash val="solid"/>
                      <a:round/>
                      <a:headEnd type="none" w="med" len="med"/>
                      <a:tailEnd type="none" w="med" len="med"/>
                    </a:lnL>
                    <a:lnR w="9525" cap="flat" cmpd="sng" algn="ctr">
                      <a:solidFill>
                        <a:srgbClr val="C9D2D8"/>
                      </a:solidFill>
                      <a:prstDash val="solid"/>
                      <a:round/>
                      <a:headEnd type="none" w="med" len="med"/>
                      <a:tailEnd type="none" w="med" len="med"/>
                    </a:lnR>
                    <a:lnT w="9525" cap="flat" cmpd="sng" algn="ctr">
                      <a:solidFill>
                        <a:srgbClr val="C9D2D8"/>
                      </a:solidFill>
                      <a:prstDash val="solid"/>
                      <a:round/>
                      <a:headEnd type="none" w="med" len="med"/>
                      <a:tailEnd type="none" w="med" len="med"/>
                    </a:lnT>
                    <a:lnB w="9525" cap="flat" cmpd="sng" algn="ctr">
                      <a:solidFill>
                        <a:srgbClr val="C9D2D8"/>
                      </a:solidFill>
                      <a:prstDash val="solid"/>
                      <a:round/>
                      <a:headEnd type="none" w="med" len="med"/>
                      <a:tailEnd type="none" w="med" len="med"/>
                    </a:lnB>
                  </a:tcPr>
                </a:tc>
                <a:tc>
                  <a:txBody>
                    <a:bodyPr/>
                    <a:lstStyle/>
                    <a:p>
                      <a:pPr marL="0" indent="0">
                        <a:buNone/>
                      </a:pPr>
                      <a:r>
                        <a:rPr lang="en-US" sz="1600" dirty="0">
                          <a:solidFill>
                            <a:srgbClr val="1F2328"/>
                          </a:solidFill>
                          <a:latin typeface="Arial" pitchFamily="34" charset="0"/>
                          <a:ea typeface="Arial" pitchFamily="34" charset="-122"/>
                          <a:cs typeface="Arial" pitchFamily="34" charset="-120"/>
                        </a:rPr>
                        <a:t>20</a:t>
                      </a:r>
                      <a:endParaRPr lang="en-US" sz="1600" dirty="0">
                        <a:latin typeface="Arial" charset="0"/>
                        <a:ea typeface="Arial" charset="0"/>
                        <a:cs typeface="Arial" charset="0"/>
                      </a:endParaRPr>
                    </a:p>
                  </a:txBody>
                  <a:tcPr anchor="ctr">
                    <a:lnL w="9525" cap="flat" cmpd="sng" algn="ctr">
                      <a:solidFill>
                        <a:srgbClr val="C9D2D8"/>
                      </a:solidFill>
                      <a:prstDash val="solid"/>
                      <a:round/>
                      <a:headEnd type="none" w="med" len="med"/>
                      <a:tailEnd type="none" w="med" len="med"/>
                    </a:lnL>
                    <a:lnR w="9525" cap="flat" cmpd="sng" algn="ctr">
                      <a:solidFill>
                        <a:srgbClr val="C9D2D8"/>
                      </a:solidFill>
                      <a:prstDash val="solid"/>
                      <a:round/>
                      <a:headEnd type="none" w="med" len="med"/>
                      <a:tailEnd type="none" w="med" len="med"/>
                    </a:lnR>
                    <a:lnT w="9525" cap="flat" cmpd="sng" algn="ctr">
                      <a:solidFill>
                        <a:srgbClr val="C9D2D8"/>
                      </a:solidFill>
                      <a:prstDash val="solid"/>
                      <a:round/>
                      <a:headEnd type="none" w="med" len="med"/>
                      <a:tailEnd type="none" w="med" len="med"/>
                    </a:lnT>
                    <a:lnB w="9525" cap="flat" cmpd="sng" algn="ctr">
                      <a:solidFill>
                        <a:srgbClr val="C9D2D8"/>
                      </a:solidFill>
                      <a:prstDash val="solid"/>
                      <a:round/>
                      <a:headEnd type="none" w="med" len="med"/>
                      <a:tailEnd type="none" w="med" len="med"/>
                    </a:lnB>
                  </a:tcPr>
                </a:tc>
                <a:extLst>
                  <a:ext uri="{0D108BD9-81ED-4DB2-BD59-A6C34878D82A}">
                    <a16:rowId xmlns:a16="http://schemas.microsoft.com/office/drawing/2014/main" val="10005"/>
                  </a:ext>
                </a:extLst>
              </a:tr>
              <a:tr h="502920">
                <a:tc>
                  <a:txBody>
                    <a:bodyPr/>
                    <a:lstStyle/>
                    <a:p>
                      <a:pPr marL="0" indent="0">
                        <a:buNone/>
                      </a:pPr>
                      <a:r>
                        <a:rPr lang="en-US" sz="1600" dirty="0">
                          <a:solidFill>
                            <a:srgbClr val="1F2328"/>
                          </a:solidFill>
                          <a:latin typeface="Arial" pitchFamily="34" charset="0"/>
                          <a:ea typeface="Arial" pitchFamily="34" charset="-122"/>
                          <a:cs typeface="Arial" pitchFamily="34" charset="-120"/>
                        </a:rPr>
                        <a:t>...</a:t>
                      </a:r>
                      <a:endParaRPr lang="en-US" sz="1600" dirty="0">
                        <a:latin typeface="Arial" charset="0"/>
                        <a:ea typeface="Arial" charset="0"/>
                        <a:cs typeface="Arial" charset="0"/>
                      </a:endParaRPr>
                    </a:p>
                  </a:txBody>
                  <a:tcPr anchor="ctr">
                    <a:lnL w="9525" cap="flat" cmpd="sng" algn="ctr">
                      <a:solidFill>
                        <a:srgbClr val="C9D2D8"/>
                      </a:solidFill>
                      <a:prstDash val="solid"/>
                      <a:round/>
                      <a:headEnd type="none" w="med" len="med"/>
                      <a:tailEnd type="none" w="med" len="med"/>
                    </a:lnL>
                    <a:lnR w="9525" cap="flat" cmpd="sng" algn="ctr">
                      <a:solidFill>
                        <a:srgbClr val="C9D2D8"/>
                      </a:solidFill>
                      <a:prstDash val="solid"/>
                      <a:round/>
                      <a:headEnd type="none" w="med" len="med"/>
                      <a:tailEnd type="none" w="med" len="med"/>
                    </a:lnR>
                    <a:lnT w="9525" cap="flat" cmpd="sng" algn="ctr">
                      <a:solidFill>
                        <a:srgbClr val="C9D2D8"/>
                      </a:solidFill>
                      <a:prstDash val="solid"/>
                      <a:round/>
                      <a:headEnd type="none" w="med" len="med"/>
                      <a:tailEnd type="none" w="med" len="med"/>
                    </a:lnT>
                    <a:lnB w="9525" cap="flat" cmpd="sng" algn="ctr">
                      <a:solidFill>
                        <a:srgbClr val="C9D2D8"/>
                      </a:solidFill>
                      <a:prstDash val="solid"/>
                      <a:round/>
                      <a:headEnd type="none" w="med" len="med"/>
                      <a:tailEnd type="none" w="med" len="med"/>
                    </a:lnB>
                  </a:tcPr>
                </a:tc>
                <a:tc>
                  <a:txBody>
                    <a:bodyPr/>
                    <a:lstStyle/>
                    <a:p>
                      <a:pPr marL="0" indent="0">
                        <a:buNone/>
                      </a:pPr>
                      <a:r>
                        <a:rPr lang="en-US" sz="1600" dirty="0">
                          <a:solidFill>
                            <a:srgbClr val="1F2328"/>
                          </a:solidFill>
                          <a:latin typeface="Arial" pitchFamily="34" charset="0"/>
                          <a:ea typeface="Arial" pitchFamily="34" charset="-122"/>
                          <a:cs typeface="Arial" pitchFamily="34" charset="-120"/>
                        </a:rPr>
                        <a:t>...</a:t>
                      </a:r>
                      <a:endParaRPr lang="en-US" sz="1600" dirty="0">
                        <a:latin typeface="Arial" charset="0"/>
                        <a:ea typeface="Arial" charset="0"/>
                        <a:cs typeface="Arial" charset="0"/>
                      </a:endParaRPr>
                    </a:p>
                  </a:txBody>
                  <a:tcPr anchor="ctr">
                    <a:lnL w="9525" cap="flat" cmpd="sng" algn="ctr">
                      <a:solidFill>
                        <a:srgbClr val="C9D2D8"/>
                      </a:solidFill>
                      <a:prstDash val="solid"/>
                      <a:round/>
                      <a:headEnd type="none" w="med" len="med"/>
                      <a:tailEnd type="none" w="med" len="med"/>
                    </a:lnL>
                    <a:lnR w="9525" cap="flat" cmpd="sng" algn="ctr">
                      <a:solidFill>
                        <a:srgbClr val="C9D2D8"/>
                      </a:solidFill>
                      <a:prstDash val="solid"/>
                      <a:round/>
                      <a:headEnd type="none" w="med" len="med"/>
                      <a:tailEnd type="none" w="med" len="med"/>
                    </a:lnR>
                    <a:lnT w="9525" cap="flat" cmpd="sng" algn="ctr">
                      <a:solidFill>
                        <a:srgbClr val="C9D2D8"/>
                      </a:solidFill>
                      <a:prstDash val="solid"/>
                      <a:round/>
                      <a:headEnd type="none" w="med" len="med"/>
                      <a:tailEnd type="none" w="med" len="med"/>
                    </a:lnT>
                    <a:lnB w="9525" cap="flat" cmpd="sng" algn="ctr">
                      <a:solidFill>
                        <a:srgbClr val="C9D2D8"/>
                      </a:solidFill>
                      <a:prstDash val="solid"/>
                      <a:round/>
                      <a:headEnd type="none" w="med" len="med"/>
                      <a:tailEnd type="none" w="med" len="med"/>
                    </a:lnB>
                  </a:tcPr>
                </a:tc>
                <a:tc>
                  <a:txBody>
                    <a:bodyPr/>
                    <a:lstStyle/>
                    <a:p>
                      <a:pPr marL="0" indent="0">
                        <a:buNone/>
                      </a:pPr>
                      <a:r>
                        <a:rPr lang="en-US" sz="1600" dirty="0">
                          <a:solidFill>
                            <a:srgbClr val="1F2328"/>
                          </a:solidFill>
                          <a:latin typeface="Arial" pitchFamily="34" charset="0"/>
                          <a:ea typeface="Arial" pitchFamily="34" charset="-122"/>
                          <a:cs typeface="Arial" pitchFamily="34" charset="-120"/>
                        </a:rPr>
                        <a:t>...</a:t>
                      </a:r>
                      <a:endParaRPr lang="en-US" sz="1600" dirty="0">
                        <a:latin typeface="Arial" charset="0"/>
                        <a:ea typeface="Arial" charset="0"/>
                        <a:cs typeface="Arial" charset="0"/>
                      </a:endParaRPr>
                    </a:p>
                  </a:txBody>
                  <a:tcPr anchor="ctr">
                    <a:lnL w="9525" cap="flat" cmpd="sng" algn="ctr">
                      <a:solidFill>
                        <a:srgbClr val="C9D2D8"/>
                      </a:solidFill>
                      <a:prstDash val="solid"/>
                      <a:round/>
                      <a:headEnd type="none" w="med" len="med"/>
                      <a:tailEnd type="none" w="med" len="med"/>
                    </a:lnL>
                    <a:lnR w="9525" cap="flat" cmpd="sng" algn="ctr">
                      <a:solidFill>
                        <a:srgbClr val="C9D2D8"/>
                      </a:solidFill>
                      <a:prstDash val="solid"/>
                      <a:round/>
                      <a:headEnd type="none" w="med" len="med"/>
                      <a:tailEnd type="none" w="med" len="med"/>
                    </a:lnR>
                    <a:lnT w="9525" cap="flat" cmpd="sng" algn="ctr">
                      <a:solidFill>
                        <a:srgbClr val="C9D2D8"/>
                      </a:solidFill>
                      <a:prstDash val="solid"/>
                      <a:round/>
                      <a:headEnd type="none" w="med" len="med"/>
                      <a:tailEnd type="none" w="med" len="med"/>
                    </a:lnT>
                    <a:lnB w="9525" cap="flat" cmpd="sng" algn="ctr">
                      <a:solidFill>
                        <a:srgbClr val="C9D2D8"/>
                      </a:solidFill>
                      <a:prstDash val="solid"/>
                      <a:round/>
                      <a:headEnd type="none" w="med" len="med"/>
                      <a:tailEnd type="none" w="med" len="med"/>
                    </a:lnB>
                  </a:tcPr>
                </a:tc>
                <a:tc>
                  <a:txBody>
                    <a:bodyPr/>
                    <a:lstStyle/>
                    <a:p>
                      <a:pPr marL="0" indent="0">
                        <a:buNone/>
                      </a:pPr>
                      <a:r>
                        <a:rPr lang="en-US" sz="1600" dirty="0">
                          <a:solidFill>
                            <a:srgbClr val="1F2328"/>
                          </a:solidFill>
                          <a:latin typeface="Arial" pitchFamily="34" charset="0"/>
                          <a:ea typeface="Arial" pitchFamily="34" charset="-122"/>
                          <a:cs typeface="Arial" pitchFamily="34" charset="-120"/>
                        </a:rPr>
                        <a:t>...</a:t>
                      </a:r>
                      <a:endParaRPr lang="en-US" sz="1600" dirty="0">
                        <a:latin typeface="Arial" charset="0"/>
                        <a:ea typeface="Arial" charset="0"/>
                        <a:cs typeface="Arial" charset="0"/>
                      </a:endParaRPr>
                    </a:p>
                  </a:txBody>
                  <a:tcPr anchor="ctr">
                    <a:lnL w="9525" cap="flat" cmpd="sng" algn="ctr">
                      <a:solidFill>
                        <a:srgbClr val="C9D2D8"/>
                      </a:solidFill>
                      <a:prstDash val="solid"/>
                      <a:round/>
                      <a:headEnd type="none" w="med" len="med"/>
                      <a:tailEnd type="none" w="med" len="med"/>
                    </a:lnL>
                    <a:lnR w="9525" cap="flat" cmpd="sng" algn="ctr">
                      <a:solidFill>
                        <a:srgbClr val="C9D2D8"/>
                      </a:solidFill>
                      <a:prstDash val="solid"/>
                      <a:round/>
                      <a:headEnd type="none" w="med" len="med"/>
                      <a:tailEnd type="none" w="med" len="med"/>
                    </a:lnR>
                    <a:lnT w="9525" cap="flat" cmpd="sng" algn="ctr">
                      <a:solidFill>
                        <a:srgbClr val="C9D2D8"/>
                      </a:solidFill>
                      <a:prstDash val="solid"/>
                      <a:round/>
                      <a:headEnd type="none" w="med" len="med"/>
                      <a:tailEnd type="none" w="med" len="med"/>
                    </a:lnT>
                    <a:lnB w="9525" cap="flat" cmpd="sng" algn="ctr">
                      <a:solidFill>
                        <a:srgbClr val="C9D2D8"/>
                      </a:solidFill>
                      <a:prstDash val="solid"/>
                      <a:round/>
                      <a:headEnd type="none" w="med" len="med"/>
                      <a:tailEnd type="none" w="med" len="med"/>
                    </a:lnB>
                  </a:tcPr>
                </a:tc>
                <a:tc>
                  <a:txBody>
                    <a:bodyPr/>
                    <a:lstStyle/>
                    <a:p>
                      <a:pPr marL="0" indent="0">
                        <a:buNone/>
                      </a:pPr>
                      <a:r>
                        <a:rPr lang="en-US" sz="1600" dirty="0">
                          <a:solidFill>
                            <a:srgbClr val="1F2328"/>
                          </a:solidFill>
                          <a:latin typeface="Arial" pitchFamily="34" charset="0"/>
                          <a:ea typeface="Arial" pitchFamily="34" charset="-122"/>
                          <a:cs typeface="Arial" pitchFamily="34" charset="-120"/>
                        </a:rPr>
                        <a:t>...</a:t>
                      </a:r>
                      <a:endParaRPr lang="en-US" sz="1600" dirty="0">
                        <a:latin typeface="Arial" charset="0"/>
                        <a:ea typeface="Arial" charset="0"/>
                        <a:cs typeface="Arial" charset="0"/>
                      </a:endParaRPr>
                    </a:p>
                  </a:txBody>
                  <a:tcPr anchor="ctr">
                    <a:lnL w="9525" cap="flat" cmpd="sng" algn="ctr">
                      <a:solidFill>
                        <a:srgbClr val="C9D2D8"/>
                      </a:solidFill>
                      <a:prstDash val="solid"/>
                      <a:round/>
                      <a:headEnd type="none" w="med" len="med"/>
                      <a:tailEnd type="none" w="med" len="med"/>
                    </a:lnL>
                    <a:lnR w="9525" cap="flat" cmpd="sng" algn="ctr">
                      <a:solidFill>
                        <a:srgbClr val="C9D2D8"/>
                      </a:solidFill>
                      <a:prstDash val="solid"/>
                      <a:round/>
                      <a:headEnd type="none" w="med" len="med"/>
                      <a:tailEnd type="none" w="med" len="med"/>
                    </a:lnR>
                    <a:lnT w="9525" cap="flat" cmpd="sng" algn="ctr">
                      <a:solidFill>
                        <a:srgbClr val="C9D2D8"/>
                      </a:solidFill>
                      <a:prstDash val="solid"/>
                      <a:round/>
                      <a:headEnd type="none" w="med" len="med"/>
                      <a:tailEnd type="none" w="med" len="med"/>
                    </a:lnT>
                    <a:lnB w="9525" cap="flat" cmpd="sng" algn="ctr">
                      <a:solidFill>
                        <a:srgbClr val="C9D2D8"/>
                      </a:solidFill>
                      <a:prstDash val="solid"/>
                      <a:round/>
                      <a:headEnd type="none" w="med" len="med"/>
                      <a:tailEnd type="none" w="med" len="med"/>
                    </a:lnB>
                  </a:tcPr>
                </a:tc>
                <a:extLst>
                  <a:ext uri="{0D108BD9-81ED-4DB2-BD59-A6C34878D82A}">
                    <a16:rowId xmlns:a16="http://schemas.microsoft.com/office/drawing/2014/main" val="10006"/>
                  </a:ext>
                </a:extLst>
              </a:tr>
              <a:tr h="502920">
                <a:tc>
                  <a:txBody>
                    <a:bodyPr/>
                    <a:lstStyle/>
                    <a:p>
                      <a:pPr marL="0" indent="0">
                        <a:buNone/>
                      </a:pPr>
                      <a:r>
                        <a:rPr lang="en-US" sz="1600" dirty="0">
                          <a:solidFill>
                            <a:srgbClr val="1F2328"/>
                          </a:solidFill>
                          <a:latin typeface="Arial" pitchFamily="34" charset="0"/>
                          <a:ea typeface="Arial" pitchFamily="34" charset="-122"/>
                          <a:cs typeface="Arial" pitchFamily="34" charset="-120"/>
                        </a:rPr>
                        <a:t>77</a:t>
                      </a:r>
                      <a:endParaRPr lang="en-US" sz="1600" dirty="0">
                        <a:latin typeface="Arial" charset="0"/>
                        <a:ea typeface="Arial" charset="0"/>
                        <a:cs typeface="Arial" charset="0"/>
                      </a:endParaRPr>
                    </a:p>
                  </a:txBody>
                  <a:tcPr anchor="ctr">
                    <a:lnL w="9525" cap="flat" cmpd="sng" algn="ctr">
                      <a:solidFill>
                        <a:srgbClr val="C9D2D8"/>
                      </a:solidFill>
                      <a:prstDash val="solid"/>
                      <a:round/>
                      <a:headEnd type="none" w="med" len="med"/>
                      <a:tailEnd type="none" w="med" len="med"/>
                    </a:lnL>
                    <a:lnR w="9525" cap="flat" cmpd="sng" algn="ctr">
                      <a:solidFill>
                        <a:srgbClr val="C9D2D8"/>
                      </a:solidFill>
                      <a:prstDash val="solid"/>
                      <a:round/>
                      <a:headEnd type="none" w="med" len="med"/>
                      <a:tailEnd type="none" w="med" len="med"/>
                    </a:lnR>
                    <a:lnT w="9525" cap="flat" cmpd="sng" algn="ctr">
                      <a:solidFill>
                        <a:srgbClr val="C9D2D8"/>
                      </a:solidFill>
                      <a:prstDash val="solid"/>
                      <a:round/>
                      <a:headEnd type="none" w="med" len="med"/>
                      <a:tailEnd type="none" w="med" len="med"/>
                    </a:lnT>
                    <a:lnB w="9525" cap="flat" cmpd="sng" algn="ctr">
                      <a:solidFill>
                        <a:srgbClr val="C9D2D8"/>
                      </a:solidFill>
                      <a:prstDash val="solid"/>
                      <a:round/>
                      <a:headEnd type="none" w="med" len="med"/>
                      <a:tailEnd type="none" w="med" len="med"/>
                    </a:lnB>
                  </a:tcPr>
                </a:tc>
                <a:tc>
                  <a:txBody>
                    <a:bodyPr/>
                    <a:lstStyle/>
                    <a:p>
                      <a:pPr marL="0" indent="0">
                        <a:buNone/>
                      </a:pPr>
                      <a:r>
                        <a:rPr lang="en-US" sz="1600" dirty="0">
                          <a:solidFill>
                            <a:srgbClr val="1F2328"/>
                          </a:solidFill>
                          <a:latin typeface="Arial" pitchFamily="34" charset="0"/>
                          <a:ea typeface="Arial" pitchFamily="34" charset="-122"/>
                          <a:cs typeface="Arial" pitchFamily="34" charset="-120"/>
                        </a:rPr>
                        <a:t>3 menit 1 detik</a:t>
                      </a:r>
                      <a:endParaRPr lang="en-US" sz="1600" dirty="0">
                        <a:latin typeface="Arial" charset="0"/>
                        <a:ea typeface="Arial" charset="0"/>
                        <a:cs typeface="Arial" charset="0"/>
                      </a:endParaRPr>
                    </a:p>
                  </a:txBody>
                  <a:tcPr anchor="ctr">
                    <a:lnL w="9525" cap="flat" cmpd="sng" algn="ctr">
                      <a:solidFill>
                        <a:srgbClr val="C9D2D8"/>
                      </a:solidFill>
                      <a:prstDash val="solid"/>
                      <a:round/>
                      <a:headEnd type="none" w="med" len="med"/>
                      <a:tailEnd type="none" w="med" len="med"/>
                    </a:lnL>
                    <a:lnR w="9525" cap="flat" cmpd="sng" algn="ctr">
                      <a:solidFill>
                        <a:srgbClr val="C9D2D8"/>
                      </a:solidFill>
                      <a:prstDash val="solid"/>
                      <a:round/>
                      <a:headEnd type="none" w="med" len="med"/>
                      <a:tailEnd type="none" w="med" len="med"/>
                    </a:lnR>
                    <a:lnT w="9525" cap="flat" cmpd="sng" algn="ctr">
                      <a:solidFill>
                        <a:srgbClr val="C9D2D8"/>
                      </a:solidFill>
                      <a:prstDash val="solid"/>
                      <a:round/>
                      <a:headEnd type="none" w="med" len="med"/>
                      <a:tailEnd type="none" w="med" len="med"/>
                    </a:lnT>
                    <a:lnB w="9525" cap="flat" cmpd="sng" algn="ctr">
                      <a:solidFill>
                        <a:srgbClr val="C9D2D8"/>
                      </a:solidFill>
                      <a:prstDash val="solid"/>
                      <a:round/>
                      <a:headEnd type="none" w="med" len="med"/>
                      <a:tailEnd type="none" w="med" len="med"/>
                    </a:lnB>
                  </a:tcPr>
                </a:tc>
                <a:tc>
                  <a:txBody>
                    <a:bodyPr/>
                    <a:lstStyle/>
                    <a:p>
                      <a:pPr marL="0" indent="0">
                        <a:buNone/>
                      </a:pPr>
                      <a:r>
                        <a:rPr lang="en-US" sz="1600" dirty="0">
                          <a:solidFill>
                            <a:srgbClr val="1F2328"/>
                          </a:solidFill>
                          <a:latin typeface="Arial" pitchFamily="34" charset="0"/>
                          <a:ea typeface="Arial" pitchFamily="34" charset="-122"/>
                          <a:cs typeface="Arial" pitchFamily="34" charset="-120"/>
                        </a:rPr>
                        <a:t>Selasa</a:t>
                      </a:r>
                      <a:endParaRPr lang="en-US" sz="1600" dirty="0">
                        <a:latin typeface="Arial" charset="0"/>
                        <a:ea typeface="Arial" charset="0"/>
                        <a:cs typeface="Arial" charset="0"/>
                      </a:endParaRPr>
                    </a:p>
                  </a:txBody>
                  <a:tcPr anchor="ctr">
                    <a:lnL w="9525" cap="flat" cmpd="sng" algn="ctr">
                      <a:solidFill>
                        <a:srgbClr val="C9D2D8"/>
                      </a:solidFill>
                      <a:prstDash val="solid"/>
                      <a:round/>
                      <a:headEnd type="none" w="med" len="med"/>
                      <a:tailEnd type="none" w="med" len="med"/>
                    </a:lnL>
                    <a:lnR w="9525" cap="flat" cmpd="sng" algn="ctr">
                      <a:solidFill>
                        <a:srgbClr val="C9D2D8"/>
                      </a:solidFill>
                      <a:prstDash val="solid"/>
                      <a:round/>
                      <a:headEnd type="none" w="med" len="med"/>
                      <a:tailEnd type="none" w="med" len="med"/>
                    </a:lnR>
                    <a:lnT w="9525" cap="flat" cmpd="sng" algn="ctr">
                      <a:solidFill>
                        <a:srgbClr val="C9D2D8"/>
                      </a:solidFill>
                      <a:prstDash val="solid"/>
                      <a:round/>
                      <a:headEnd type="none" w="med" len="med"/>
                      <a:tailEnd type="none" w="med" len="med"/>
                    </a:lnT>
                    <a:lnB w="9525" cap="flat" cmpd="sng" algn="ctr">
                      <a:solidFill>
                        <a:srgbClr val="C9D2D8"/>
                      </a:solidFill>
                      <a:prstDash val="solid"/>
                      <a:round/>
                      <a:headEnd type="none" w="med" len="med"/>
                      <a:tailEnd type="none" w="med" len="med"/>
                    </a:lnB>
                  </a:tcPr>
                </a:tc>
                <a:tc>
                  <a:txBody>
                    <a:bodyPr/>
                    <a:lstStyle/>
                    <a:p>
                      <a:pPr marL="0" indent="0">
                        <a:buNone/>
                      </a:pPr>
                      <a:r>
                        <a:rPr lang="en-US" sz="1600" dirty="0">
                          <a:solidFill>
                            <a:srgbClr val="1F2328"/>
                          </a:solidFill>
                          <a:latin typeface="Arial" pitchFamily="34" charset="0"/>
                          <a:ea typeface="Arial" pitchFamily="34" charset="-122"/>
                          <a:cs typeface="Arial" pitchFamily="34" charset="-120"/>
                        </a:rPr>
                        <a:t>15</a:t>
                      </a:r>
                      <a:endParaRPr lang="en-US" sz="1600" dirty="0">
                        <a:latin typeface="Arial" charset="0"/>
                        <a:ea typeface="Arial" charset="0"/>
                        <a:cs typeface="Arial" charset="0"/>
                      </a:endParaRPr>
                    </a:p>
                  </a:txBody>
                  <a:tcPr anchor="ctr">
                    <a:lnL w="9525" cap="flat" cmpd="sng" algn="ctr">
                      <a:solidFill>
                        <a:srgbClr val="C9D2D8"/>
                      </a:solidFill>
                      <a:prstDash val="solid"/>
                      <a:round/>
                      <a:headEnd type="none" w="med" len="med"/>
                      <a:tailEnd type="none" w="med" len="med"/>
                    </a:lnL>
                    <a:lnR w="9525" cap="flat" cmpd="sng" algn="ctr">
                      <a:solidFill>
                        <a:srgbClr val="C9D2D8"/>
                      </a:solidFill>
                      <a:prstDash val="solid"/>
                      <a:round/>
                      <a:headEnd type="none" w="med" len="med"/>
                      <a:tailEnd type="none" w="med" len="med"/>
                    </a:lnR>
                    <a:lnT w="9525" cap="flat" cmpd="sng" algn="ctr">
                      <a:solidFill>
                        <a:srgbClr val="C9D2D8"/>
                      </a:solidFill>
                      <a:prstDash val="solid"/>
                      <a:round/>
                      <a:headEnd type="none" w="med" len="med"/>
                      <a:tailEnd type="none" w="med" len="med"/>
                    </a:lnT>
                    <a:lnB w="9525" cap="flat" cmpd="sng" algn="ctr">
                      <a:solidFill>
                        <a:srgbClr val="C9D2D8"/>
                      </a:solidFill>
                      <a:prstDash val="solid"/>
                      <a:round/>
                      <a:headEnd type="none" w="med" len="med"/>
                      <a:tailEnd type="none" w="med" len="med"/>
                    </a:lnB>
                  </a:tcPr>
                </a:tc>
                <a:tc>
                  <a:txBody>
                    <a:bodyPr/>
                    <a:lstStyle/>
                    <a:p>
                      <a:pPr marL="0" indent="0">
                        <a:buNone/>
                      </a:pPr>
                      <a:r>
                        <a:rPr lang="en-US" sz="1600" dirty="0">
                          <a:solidFill>
                            <a:srgbClr val="1F2328"/>
                          </a:solidFill>
                          <a:latin typeface="Arial" pitchFamily="34" charset="0"/>
                          <a:ea typeface="Arial" pitchFamily="34" charset="-122"/>
                          <a:cs typeface="Arial" pitchFamily="34" charset="-120"/>
                        </a:rPr>
                        <a:t>181</a:t>
                      </a:r>
                      <a:endParaRPr lang="en-US" sz="1600" dirty="0">
                        <a:latin typeface="Arial" charset="0"/>
                        <a:ea typeface="Arial" charset="0"/>
                        <a:cs typeface="Arial" charset="0"/>
                      </a:endParaRPr>
                    </a:p>
                  </a:txBody>
                  <a:tcPr anchor="ctr">
                    <a:lnL w="9525" cap="flat" cmpd="sng" algn="ctr">
                      <a:solidFill>
                        <a:srgbClr val="C9D2D8"/>
                      </a:solidFill>
                      <a:prstDash val="solid"/>
                      <a:round/>
                      <a:headEnd type="none" w="med" len="med"/>
                      <a:tailEnd type="none" w="med" len="med"/>
                    </a:lnL>
                    <a:lnR w="9525" cap="flat" cmpd="sng" algn="ctr">
                      <a:solidFill>
                        <a:srgbClr val="C9D2D8"/>
                      </a:solidFill>
                      <a:prstDash val="solid"/>
                      <a:round/>
                      <a:headEnd type="none" w="med" len="med"/>
                      <a:tailEnd type="none" w="med" len="med"/>
                    </a:lnR>
                    <a:lnT w="9525" cap="flat" cmpd="sng" algn="ctr">
                      <a:solidFill>
                        <a:srgbClr val="C9D2D8"/>
                      </a:solidFill>
                      <a:prstDash val="solid"/>
                      <a:round/>
                      <a:headEnd type="none" w="med" len="med"/>
                      <a:tailEnd type="none" w="med" len="med"/>
                    </a:lnT>
                    <a:lnB w="9525" cap="flat" cmpd="sng" algn="ctr">
                      <a:solidFill>
                        <a:srgbClr val="C9D2D8"/>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6" name="Shape 2"/>
          <p:cNvSpPr/>
          <p:nvPr/>
        </p:nvSpPr>
        <p:spPr>
          <a:xfrm>
            <a:off x="7863840" y="1554480"/>
            <a:ext cx="3776472" cy="3566160"/>
          </a:xfrm>
          <a:prstGeom prst="rect">
            <a:avLst/>
          </a:prstGeom>
          <a:solidFill>
            <a:srgbClr val="E6EDD6"/>
          </a:solidFill>
          <a:ln/>
        </p:spPr>
      </p:sp>
      <p:sp>
        <p:nvSpPr>
          <p:cNvPr id="4" name="Text 3"/>
          <p:cNvSpPr txBox="1"/>
          <p:nvPr/>
        </p:nvSpPr>
        <p:spPr>
          <a:xfrm>
            <a:off x="8138160" y="1783080"/>
            <a:ext cx="3291840" cy="822960"/>
          </a:xfrm>
          <a:prstGeom prst="rect">
            <a:avLst/>
          </a:prstGeom>
          <a:noFill/>
          <a:ln/>
        </p:spPr>
        <p:txBody>
          <a:bodyPr wrap="square" lIns="0" tIns="0" rIns="0" bIns="0" rtlCol="0" anchor="t"/>
          <a:lstStyle/>
          <a:p>
            <a:pPr marL="0" indent="0">
              <a:buNone/>
            </a:pPr>
            <a:r>
              <a:rPr lang="en-US" sz="4800" b="1" dirty="0">
                <a:solidFill>
                  <a:srgbClr val="9C4A0B"/>
                </a:solidFill>
                <a:latin typeface="Arial" pitchFamily="34" charset="0"/>
                <a:ea typeface="Arial" pitchFamily="34" charset="-122"/>
                <a:cs typeface="Arial" pitchFamily="34" charset="-120"/>
              </a:rPr>
              <a:t>153,23</a:t>
            </a:r>
            <a:endParaRPr lang="en-US" sz="4800" dirty="0"/>
          </a:p>
        </p:txBody>
      </p:sp>
      <p:sp>
        <p:nvSpPr>
          <p:cNvPr id="8" name="Text 4"/>
          <p:cNvSpPr txBox="1"/>
          <p:nvPr/>
        </p:nvSpPr>
        <p:spPr>
          <a:xfrm>
            <a:off x="8138160" y="2606040"/>
            <a:ext cx="3291840" cy="411480"/>
          </a:xfrm>
          <a:prstGeom prst="rect">
            <a:avLst/>
          </a:prstGeom>
          <a:noFill/>
          <a:ln/>
        </p:spPr>
        <p:txBody>
          <a:bodyPr wrap="square" lIns="0" tIns="0" rIns="0" bIns="0" rtlCol="0" anchor="t"/>
          <a:lstStyle/>
          <a:p>
            <a:pPr marL="0" indent="0">
              <a:buNone/>
            </a:pPr>
            <a:r>
              <a:rPr lang="en-US" sz="2000" b="1" dirty="0">
                <a:solidFill>
                  <a:srgbClr val="1F2328"/>
                </a:solidFill>
                <a:latin typeface="Arial" pitchFamily="34" charset="0"/>
                <a:ea typeface="Arial" pitchFamily="34" charset="-122"/>
                <a:cs typeface="Arial" pitchFamily="34" charset="-120"/>
              </a:rPr>
              <a:t>detik per kunjungan</a:t>
            </a:r>
            <a:endParaRPr lang="en-US" sz="2000" dirty="0"/>
          </a:p>
        </p:txBody>
      </p:sp>
      <p:sp>
        <p:nvSpPr>
          <p:cNvPr id="9" name="Text 5"/>
          <p:cNvSpPr txBox="1"/>
          <p:nvPr/>
        </p:nvSpPr>
        <p:spPr>
          <a:xfrm>
            <a:off x="8138160" y="3108960"/>
            <a:ext cx="3291840" cy="731520"/>
          </a:xfrm>
          <a:prstGeom prst="rect">
            <a:avLst/>
          </a:prstGeom>
          <a:noFill/>
          <a:ln/>
        </p:spPr>
        <p:txBody>
          <a:bodyPr wrap="square" lIns="0" tIns="0" rIns="0" bIns="0" rtlCol="0" anchor="t"/>
          <a:lstStyle/>
          <a:p>
            <a:pPr marL="0" indent="0">
              <a:buNone/>
            </a:pPr>
            <a:r>
              <a:rPr lang="en-US" sz="1600" dirty="0">
                <a:solidFill>
                  <a:srgbClr val="505A66"/>
                </a:solidFill>
                <a:latin typeface="Arial" pitchFamily="34" charset="0"/>
                <a:ea typeface="Arial" pitchFamily="34" charset="-122"/>
                <a:cs typeface="Arial" pitchFamily="34" charset="-120"/>
              </a:rPr>
              <a:t>Rata-rata awal dari 77 catatan, tanpa membuang apa pun.</a:t>
            </a:r>
            <a:endParaRPr lang="en-US" sz="1600" dirty="0"/>
          </a:p>
        </p:txBody>
      </p:sp>
      <p:sp>
        <p:nvSpPr>
          <p:cNvPr id="10" name="Text 6"/>
          <p:cNvSpPr txBox="1"/>
          <p:nvPr/>
        </p:nvSpPr>
        <p:spPr>
          <a:xfrm>
            <a:off x="8138160" y="4023360"/>
            <a:ext cx="3291840" cy="731520"/>
          </a:xfrm>
          <a:prstGeom prst="rect">
            <a:avLst/>
          </a:prstGeom>
          <a:noFill/>
          <a:ln/>
        </p:spPr>
        <p:txBody>
          <a:bodyPr wrap="square" lIns="0" tIns="0" rIns="0" bIns="0" rtlCol="0" anchor="t"/>
          <a:lstStyle/>
          <a:p>
            <a:pPr marL="0" indent="0">
              <a:buNone/>
            </a:pPr>
            <a:r>
              <a:rPr lang="en-US" sz="1400" dirty="0">
                <a:solidFill>
                  <a:srgbClr val="505A66"/>
                </a:solidFill>
                <a:latin typeface="Arial" pitchFamily="34" charset="0"/>
                <a:ea typeface="Arial" pitchFamily="34" charset="-122"/>
                <a:cs typeface="Arial" pitchFamily="34" charset="-120"/>
              </a:rPr>
              <a:t>Tanpa 6 pencilan: 123,51 detik dari 71 catatan.</a:t>
            </a:r>
            <a:endParaRPr lang="en-US" sz="1400" dirty="0"/>
          </a:p>
        </p:txBody>
      </p:sp>
      <p:sp>
        <p:nvSpPr>
          <p:cNvPr id="25" name="Slide Number Placeholder 0"/>
          <p:cNvSpPr>
            <a:spLocks noGrp="1"/>
          </p:cNvSpPr>
          <p:nvPr>
            <p:ph type="sldNum" sz="quarter" idx="4294967295"/>
          </p:nvPr>
        </p:nvSpPr>
        <p:spPr>
          <a:xfrm>
            <a:off x="10725912" y="274320"/>
            <a:ext cx="91440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200">
                <a:solidFill>
                  <a:srgbClr val="6B7A89"/>
                </a:solidFill>
                <a:latin typeface="Arial"/>
                <a:ea typeface="Arial"/>
                <a:cs typeface="Aria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t"/>
          <a:lstStyle/>
          <a:p>
            <a:pPr marL="0" indent="0">
              <a:buNone/>
            </a:pPr>
            <a:r>
              <a:rPr lang="en-US" sz="1200" b="1" kern="0" spc="300" dirty="0">
                <a:solidFill>
                  <a:srgbClr val="C5DB7A"/>
                </a:solidFill>
                <a:latin typeface="Arial" pitchFamily="34" charset="0"/>
                <a:ea typeface="Arial" pitchFamily="34" charset="-122"/>
                <a:cs typeface="Arial" pitchFamily="34" charset="-120"/>
              </a:rPr>
              <a:t>07  ·  PEMERIKSAAN</a:t>
            </a:r>
            <a:endParaRPr lang="en-US" sz="1200" dirty="0"/>
          </a:p>
        </p:txBody>
      </p:sp>
      <p:sp>
        <p:nvSpPr>
          <p:cNvPr id="3" name="Text 1"/>
          <p:cNvSpPr txBox="1"/>
          <p:nvPr/>
        </p:nvSpPr>
        <p:spPr>
          <a:xfrm>
            <a:off x="548640" y="640080"/>
            <a:ext cx="11064240" cy="777240"/>
          </a:xfrm>
          <a:prstGeom prst="rect">
            <a:avLst/>
          </a:prstGeom>
          <a:noFill/>
          <a:ln/>
        </p:spPr>
        <p:txBody>
          <a:bodyPr wrap="square" lIns="0" tIns="0" rIns="0" bIns="0" rtlCol="0" anchor="ctr"/>
          <a:lstStyle/>
          <a:p>
            <a:pPr marL="0" indent="0">
              <a:buNone/>
            </a:pPr>
            <a:r>
              <a:rPr lang="en-US" sz="3400" b="1" dirty="0">
                <a:solidFill>
                  <a:srgbClr val="FFFFFF"/>
                </a:solidFill>
                <a:latin typeface="Arial" pitchFamily="34" charset="0"/>
                <a:ea typeface="Arial" pitchFamily="34" charset="-122"/>
                <a:cs typeface="Arial" pitchFamily="34" charset="-120"/>
              </a:rPr>
              <a:t>Dua angka yang perlu dicurigai dulu</a:t>
            </a:r>
            <a:endParaRPr lang="en-US" sz="3400" dirty="0"/>
          </a:p>
        </p:txBody>
      </p:sp>
      <p:sp>
        <p:nvSpPr>
          <p:cNvPr id="5" name="Shape 2"/>
          <p:cNvSpPr/>
          <p:nvPr/>
        </p:nvSpPr>
        <p:spPr>
          <a:xfrm>
            <a:off x="548640" y="1600200"/>
            <a:ext cx="5394960" cy="2926080"/>
          </a:xfrm>
          <a:prstGeom prst="rect">
            <a:avLst/>
          </a:prstGeom>
          <a:solidFill>
            <a:srgbClr val="E08A1E"/>
          </a:solidFill>
          <a:ln/>
        </p:spPr>
      </p:sp>
      <p:sp>
        <p:nvSpPr>
          <p:cNvPr id="6" name="Text 3"/>
          <p:cNvSpPr txBox="1"/>
          <p:nvPr/>
        </p:nvSpPr>
        <p:spPr>
          <a:xfrm>
            <a:off x="868680" y="1828800"/>
            <a:ext cx="4572000" cy="274320"/>
          </a:xfrm>
          <a:prstGeom prst="rect">
            <a:avLst/>
          </a:prstGeom>
          <a:noFill/>
          <a:ln/>
        </p:spPr>
        <p:txBody>
          <a:bodyPr wrap="square" lIns="0" tIns="0" rIns="0" bIns="0" rtlCol="0" anchor="t"/>
          <a:lstStyle/>
          <a:p>
            <a:pPr marL="0" indent="0">
              <a:buNone/>
            </a:pPr>
            <a:r>
              <a:rPr lang="en-US" sz="1400" b="1" kern="0" spc="200" dirty="0">
                <a:solidFill>
                  <a:srgbClr val="1F2328"/>
                </a:solidFill>
                <a:latin typeface="Arial" pitchFamily="34" charset="0"/>
                <a:ea typeface="Arial" pitchFamily="34" charset="-122"/>
                <a:cs typeface="Arial" pitchFamily="34" charset="-120"/>
              </a:rPr>
              <a:t>TERLAMA</a:t>
            </a:r>
            <a:endParaRPr lang="en-US" sz="1400" dirty="0"/>
          </a:p>
        </p:txBody>
      </p:sp>
      <p:sp>
        <p:nvSpPr>
          <p:cNvPr id="7" name="Text 4"/>
          <p:cNvSpPr txBox="1"/>
          <p:nvPr/>
        </p:nvSpPr>
        <p:spPr>
          <a:xfrm>
            <a:off x="868680" y="2194560"/>
            <a:ext cx="4754880" cy="914400"/>
          </a:xfrm>
          <a:prstGeom prst="rect">
            <a:avLst/>
          </a:prstGeom>
          <a:noFill/>
          <a:ln/>
        </p:spPr>
        <p:txBody>
          <a:bodyPr wrap="square" lIns="0" tIns="0" rIns="0" bIns="0" rtlCol="0" anchor="t"/>
          <a:lstStyle/>
          <a:p>
            <a:pPr marL="0" indent="0">
              <a:buNone/>
            </a:pPr>
            <a:r>
              <a:rPr lang="en-US" sz="5200" b="1" dirty="0">
                <a:solidFill>
                  <a:srgbClr val="1F2328"/>
                </a:solidFill>
                <a:latin typeface="Arial" pitchFamily="34" charset="0"/>
                <a:ea typeface="Arial" pitchFamily="34" charset="-122"/>
                <a:cs typeface="Arial" pitchFamily="34" charset="-120"/>
              </a:rPr>
              <a:t>530 detik</a:t>
            </a:r>
            <a:endParaRPr lang="en-US" sz="5200" dirty="0"/>
          </a:p>
        </p:txBody>
      </p:sp>
      <p:sp>
        <p:nvSpPr>
          <p:cNvPr id="8" name="Text 5"/>
          <p:cNvSpPr txBox="1"/>
          <p:nvPr/>
        </p:nvSpPr>
        <p:spPr>
          <a:xfrm>
            <a:off x="868680" y="3291840"/>
            <a:ext cx="4754880" cy="1005840"/>
          </a:xfrm>
          <a:prstGeom prst="rect">
            <a:avLst/>
          </a:prstGeom>
          <a:noFill/>
          <a:ln/>
        </p:spPr>
        <p:txBody>
          <a:bodyPr wrap="square" lIns="0" tIns="0" rIns="0" bIns="0" rtlCol="0" anchor="t"/>
          <a:lstStyle/>
          <a:p>
            <a:pPr marL="0" indent="0">
              <a:buNone/>
            </a:pPr>
            <a:r>
              <a:rPr lang="en-US" sz="1800" dirty="0">
                <a:solidFill>
                  <a:srgbClr val="1F2328"/>
                </a:solidFill>
                <a:latin typeface="Arial" pitchFamily="34" charset="0"/>
                <a:ea typeface="Arial" pitchFamily="34" charset="-122"/>
                <a:cs typeface="Arial" pitchFamily="34" charset="-120"/>
              </a:rPr>
              <a:t>Kunjungan terlama (8:50), hampir lima kali median 107 detik.</a:t>
            </a:r>
            <a:endParaRPr lang="en-US" sz="1800" dirty="0"/>
          </a:p>
        </p:txBody>
      </p:sp>
      <p:sp>
        <p:nvSpPr>
          <p:cNvPr id="9" name="Shape 6"/>
          <p:cNvSpPr/>
          <p:nvPr/>
        </p:nvSpPr>
        <p:spPr>
          <a:xfrm>
            <a:off x="6245352" y="1600200"/>
            <a:ext cx="5394960" cy="2926080"/>
          </a:xfrm>
          <a:prstGeom prst="rect">
            <a:avLst/>
          </a:prstGeom>
          <a:solidFill>
            <a:srgbClr val="2E353D"/>
          </a:solidFill>
          <a:ln/>
        </p:spPr>
      </p:sp>
      <p:sp>
        <p:nvSpPr>
          <p:cNvPr id="10" name="Text 7"/>
          <p:cNvSpPr txBox="1"/>
          <p:nvPr/>
        </p:nvSpPr>
        <p:spPr>
          <a:xfrm>
            <a:off x="6565392" y="1828800"/>
            <a:ext cx="4572000" cy="274320"/>
          </a:xfrm>
          <a:prstGeom prst="rect">
            <a:avLst/>
          </a:prstGeom>
          <a:noFill/>
          <a:ln/>
        </p:spPr>
        <p:txBody>
          <a:bodyPr wrap="square" lIns="0" tIns="0" rIns="0" bIns="0" rtlCol="0" anchor="t"/>
          <a:lstStyle/>
          <a:p>
            <a:pPr marL="0" indent="0">
              <a:buNone/>
            </a:pPr>
            <a:r>
              <a:rPr lang="en-US" sz="1400" b="1" kern="0" spc="200" dirty="0">
                <a:solidFill>
                  <a:srgbClr val="F2B25E"/>
                </a:solidFill>
                <a:latin typeface="Arial" pitchFamily="34" charset="0"/>
                <a:ea typeface="Arial" pitchFamily="34" charset="-122"/>
                <a:cs typeface="Arial" pitchFamily="34" charset="-120"/>
              </a:rPr>
              <a:t>TERCEPAT</a:t>
            </a:r>
            <a:endParaRPr lang="en-US" sz="1400" dirty="0"/>
          </a:p>
        </p:txBody>
      </p:sp>
      <p:sp>
        <p:nvSpPr>
          <p:cNvPr id="11" name="Text 8"/>
          <p:cNvSpPr txBox="1"/>
          <p:nvPr/>
        </p:nvSpPr>
        <p:spPr>
          <a:xfrm>
            <a:off x="6565392" y="2194560"/>
            <a:ext cx="4754880" cy="914400"/>
          </a:xfrm>
          <a:prstGeom prst="rect">
            <a:avLst/>
          </a:prstGeom>
          <a:noFill/>
          <a:ln/>
        </p:spPr>
        <p:txBody>
          <a:bodyPr wrap="square" lIns="0" tIns="0" rIns="0" bIns="0" rtlCol="0" anchor="t"/>
          <a:lstStyle/>
          <a:p>
            <a:pPr marL="0" indent="0">
              <a:buNone/>
            </a:pPr>
            <a:r>
              <a:rPr lang="en-US" sz="5200" b="1" dirty="0">
                <a:solidFill>
                  <a:srgbClr val="FFFFFF"/>
                </a:solidFill>
                <a:latin typeface="Arial" pitchFamily="34" charset="0"/>
                <a:ea typeface="Arial" pitchFamily="34" charset="-122"/>
                <a:cs typeface="Arial" pitchFamily="34" charset="-120"/>
              </a:rPr>
              <a:t>14 detik</a:t>
            </a:r>
            <a:endParaRPr lang="en-US" sz="5200" dirty="0"/>
          </a:p>
        </p:txBody>
      </p:sp>
      <p:sp>
        <p:nvSpPr>
          <p:cNvPr id="12" name="Text 9"/>
          <p:cNvSpPr txBox="1"/>
          <p:nvPr/>
        </p:nvSpPr>
        <p:spPr>
          <a:xfrm>
            <a:off x="6565392" y="3291840"/>
            <a:ext cx="4754880" cy="1005840"/>
          </a:xfrm>
          <a:prstGeom prst="rect">
            <a:avLst/>
          </a:prstGeom>
          <a:noFill/>
          <a:ln/>
        </p:spPr>
        <p:txBody>
          <a:bodyPr wrap="square" lIns="0" tIns="0" rIns="0" bIns="0" rtlCol="0" anchor="t"/>
          <a:lstStyle/>
          <a:p>
            <a:pPr marL="0" indent="0">
              <a:buNone/>
            </a:pPr>
            <a:r>
              <a:rPr lang="en-US" sz="1800" dirty="0">
                <a:solidFill>
                  <a:srgbClr val="C3C8CE"/>
                </a:solidFill>
                <a:latin typeface="Arial" pitchFamily="34" charset="0"/>
                <a:ea typeface="Arial" pitchFamily="34" charset="-122"/>
                <a:cs typeface="Arial" pitchFamily="34" charset="-120"/>
              </a:rPr>
              <a:t>Tidak ada kunjungan di bawah 14 detik. Angka ini jadi batas bawah model.</a:t>
            </a:r>
            <a:endParaRPr lang="en-US" sz="1800" dirty="0"/>
          </a:p>
        </p:txBody>
      </p:sp>
      <p:sp>
        <p:nvSpPr>
          <p:cNvPr id="13" name="Text 10"/>
          <p:cNvSpPr txBox="1"/>
          <p:nvPr/>
        </p:nvSpPr>
        <p:spPr>
          <a:xfrm>
            <a:off x="548640" y="4754880"/>
            <a:ext cx="10972800" cy="365760"/>
          </a:xfrm>
          <a:prstGeom prst="rect">
            <a:avLst/>
          </a:prstGeom>
          <a:noFill/>
          <a:ln/>
        </p:spPr>
        <p:txBody>
          <a:bodyPr wrap="square" lIns="0" tIns="0" rIns="0" bIns="0" rtlCol="0" anchor="t"/>
          <a:lstStyle/>
          <a:p>
            <a:pPr marL="0" indent="0">
              <a:buNone/>
            </a:pPr>
            <a:r>
              <a:rPr lang="en-US" sz="1600" dirty="0">
                <a:solidFill>
                  <a:srgbClr val="C3C8CE"/>
                </a:solidFill>
                <a:latin typeface="Arial" pitchFamily="34" charset="0"/>
                <a:ea typeface="Arial" pitchFamily="34" charset="-122"/>
                <a:cs typeface="Arial" pitchFamily="34" charset="-120"/>
              </a:rPr>
              <a:t>Validasi awal: 0 nilai kosong, 0 nilai minus.</a:t>
            </a:r>
            <a:endParaRPr lang="en-US" sz="1600" dirty="0"/>
          </a:p>
        </p:txBody>
      </p:sp>
      <p:sp>
        <p:nvSpPr>
          <p:cNvPr id="14" name="Text 11"/>
          <p:cNvSpPr txBox="1"/>
          <p:nvPr/>
        </p:nvSpPr>
        <p:spPr>
          <a:xfrm>
            <a:off x="548640" y="5303520"/>
            <a:ext cx="10972800" cy="548640"/>
          </a:xfrm>
          <a:prstGeom prst="rect">
            <a:avLst/>
          </a:prstGeom>
          <a:noFill/>
          <a:ln/>
        </p:spPr>
        <p:txBody>
          <a:bodyPr wrap="square" lIns="0" tIns="0" rIns="0" bIns="0" rtlCol="0" anchor="t"/>
          <a:lstStyle/>
          <a:p>
            <a:pPr marL="0" indent="0">
              <a:buNone/>
            </a:pPr>
            <a:r>
              <a:rPr lang="en-US" sz="2600" b="1" dirty="0">
                <a:solidFill>
                  <a:srgbClr val="F2B25E"/>
                </a:solidFill>
                <a:latin typeface="Arial" pitchFamily="34" charset="0"/>
                <a:ea typeface="Arial" pitchFamily="34" charset="-122"/>
                <a:cs typeface="Arial" pitchFamily="34" charset="-120"/>
              </a:rPr>
              <a:t>Periksa pencilan sebelum mencocokkan distribusi.</a:t>
            </a:r>
            <a:endParaRPr lang="en-US" sz="2600" dirty="0"/>
          </a:p>
        </p:txBody>
      </p:sp>
      <p:sp>
        <p:nvSpPr>
          <p:cNvPr id="25" name="Slide Number Placeholder 0"/>
          <p:cNvSpPr>
            <a:spLocks noGrp="1"/>
          </p:cNvSpPr>
          <p:nvPr>
            <p:ph type="sldNum" sz="quarter" idx="4294967295"/>
          </p:nvPr>
        </p:nvSpPr>
        <p:spPr>
          <a:xfrm>
            <a:off x="10725912" y="274320"/>
            <a:ext cx="91440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200">
                <a:solidFill>
                  <a:srgbClr val="C3C8CE"/>
                </a:solidFill>
                <a:latin typeface="Arial"/>
                <a:ea typeface="Arial"/>
                <a:cs typeface="Aria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t"/>
          <a:lstStyle/>
          <a:p>
            <a:pPr marL="0" indent="0">
              <a:buNone/>
            </a:pPr>
            <a:r>
              <a:rPr lang="en-US" sz="1200" b="1" kern="0" spc="300" dirty="0">
                <a:solidFill>
                  <a:srgbClr val="C5DB7A"/>
                </a:solidFill>
                <a:latin typeface="Arial" pitchFamily="34" charset="0"/>
                <a:ea typeface="Arial" pitchFamily="34" charset="-122"/>
                <a:cs typeface="Arial" pitchFamily="34" charset="-120"/>
              </a:rPr>
              <a:t>08  ·  PEMERIKSAAN</a:t>
            </a:r>
            <a:endParaRPr lang="en-US" sz="1200" dirty="0"/>
          </a:p>
        </p:txBody>
      </p:sp>
      <p:sp>
        <p:nvSpPr>
          <p:cNvPr id="3" name="Text 1"/>
          <p:cNvSpPr txBox="1"/>
          <p:nvPr/>
        </p:nvSpPr>
        <p:spPr>
          <a:xfrm>
            <a:off x="548640" y="640080"/>
            <a:ext cx="11064240" cy="777240"/>
          </a:xfrm>
          <a:prstGeom prst="rect">
            <a:avLst/>
          </a:prstGeom>
          <a:noFill/>
          <a:ln/>
        </p:spPr>
        <p:txBody>
          <a:bodyPr wrap="square" lIns="0" tIns="0" rIns="0" bIns="0" rtlCol="0" anchor="ctr"/>
          <a:lstStyle/>
          <a:p>
            <a:pPr marL="0" indent="0">
              <a:buNone/>
            </a:pPr>
            <a:r>
              <a:rPr lang="en-US" sz="3000" b="1" dirty="0">
                <a:solidFill>
                  <a:srgbClr val="FFFFFF"/>
                </a:solidFill>
                <a:latin typeface="Arial" pitchFamily="34" charset="0"/>
                <a:ea typeface="Arial" pitchFamily="34" charset="-122"/>
                <a:cs typeface="Arial" pitchFamily="34" charset="-120"/>
              </a:rPr>
              <a:t>Enam kunjungan melewati pagar, tetapi tetap dipakai</a:t>
            </a:r>
            <a:endParaRPr lang="en-US" sz="3000" dirty="0"/>
          </a:p>
        </p:txBody>
      </p:sp>
      <p:sp>
        <p:nvSpPr>
          <p:cNvPr id="5" name="Shape 2"/>
          <p:cNvSpPr/>
          <p:nvPr/>
        </p:nvSpPr>
        <p:spPr>
          <a:xfrm>
            <a:off x="548640" y="1600200"/>
            <a:ext cx="4206240" cy="3657600"/>
          </a:xfrm>
          <a:prstGeom prst="rect">
            <a:avLst/>
          </a:prstGeom>
          <a:solidFill>
            <a:srgbClr val="E08A1E"/>
          </a:solidFill>
          <a:ln/>
        </p:spPr>
      </p:sp>
      <p:sp>
        <p:nvSpPr>
          <p:cNvPr id="6" name="Text 3"/>
          <p:cNvSpPr txBox="1"/>
          <p:nvPr/>
        </p:nvSpPr>
        <p:spPr>
          <a:xfrm>
            <a:off x="868680" y="1737360"/>
            <a:ext cx="3474720" cy="1371600"/>
          </a:xfrm>
          <a:prstGeom prst="rect">
            <a:avLst/>
          </a:prstGeom>
          <a:noFill/>
          <a:ln/>
        </p:spPr>
        <p:txBody>
          <a:bodyPr wrap="square" lIns="0" tIns="0" rIns="0" bIns="0" rtlCol="0" anchor="t"/>
          <a:lstStyle/>
          <a:p>
            <a:pPr marL="0" indent="0">
              <a:buNone/>
            </a:pPr>
            <a:r>
              <a:rPr lang="en-US" sz="8000" b="1" dirty="0">
                <a:solidFill>
                  <a:srgbClr val="1F2328"/>
                </a:solidFill>
                <a:latin typeface="Arial" pitchFamily="34" charset="0"/>
                <a:ea typeface="Arial" pitchFamily="34" charset="-122"/>
                <a:cs typeface="Arial" pitchFamily="34" charset="-120"/>
              </a:rPr>
              <a:t>6</a:t>
            </a:r>
            <a:endParaRPr lang="en-US" sz="8000" dirty="0"/>
          </a:p>
        </p:txBody>
      </p:sp>
      <p:sp>
        <p:nvSpPr>
          <p:cNvPr id="7" name="Text 4"/>
          <p:cNvSpPr txBox="1"/>
          <p:nvPr/>
        </p:nvSpPr>
        <p:spPr>
          <a:xfrm>
            <a:off x="868680" y="3154680"/>
            <a:ext cx="3566160" cy="731520"/>
          </a:xfrm>
          <a:prstGeom prst="rect">
            <a:avLst/>
          </a:prstGeom>
          <a:noFill/>
          <a:ln/>
        </p:spPr>
        <p:txBody>
          <a:bodyPr wrap="square" lIns="0" tIns="0" rIns="0" bIns="0" rtlCol="0" anchor="t"/>
          <a:lstStyle/>
          <a:p>
            <a:pPr marL="0" indent="0">
              <a:buNone/>
            </a:pPr>
            <a:r>
              <a:rPr lang="en-US" sz="2000" b="1" dirty="0">
                <a:solidFill>
                  <a:srgbClr val="1F2328"/>
                </a:solidFill>
                <a:latin typeface="Arial" pitchFamily="34" charset="0"/>
                <a:ea typeface="Arial" pitchFamily="34" charset="-122"/>
                <a:cs typeface="Arial" pitchFamily="34" charset="-120"/>
              </a:rPr>
              <a:t>pencilan dipertahankan (7,79%)</a:t>
            </a:r>
            <a:endParaRPr lang="en-US" sz="2000" dirty="0"/>
          </a:p>
        </p:txBody>
      </p:sp>
      <p:sp>
        <p:nvSpPr>
          <p:cNvPr id="8" name="Text 5"/>
          <p:cNvSpPr txBox="1"/>
          <p:nvPr/>
        </p:nvSpPr>
        <p:spPr>
          <a:xfrm>
            <a:off x="868680" y="4023360"/>
            <a:ext cx="3566160" cy="914400"/>
          </a:xfrm>
          <a:prstGeom prst="rect">
            <a:avLst/>
          </a:prstGeom>
          <a:noFill/>
          <a:ln/>
        </p:spPr>
        <p:txBody>
          <a:bodyPr wrap="square" lIns="0" tIns="0" rIns="0" bIns="0" rtlCol="0" anchor="t"/>
          <a:lstStyle/>
          <a:p>
            <a:pPr marL="0" indent="0">
              <a:buNone/>
            </a:pPr>
            <a:r>
              <a:rPr lang="en-US" sz="1600" dirty="0">
                <a:solidFill>
                  <a:srgbClr val="1F2328"/>
                </a:solidFill>
                <a:latin typeface="Arial" pitchFamily="34" charset="0"/>
                <a:ea typeface="Arial" pitchFamily="34" charset="-122"/>
                <a:cs typeface="Arial" pitchFamily="34" charset="-120"/>
              </a:rPr>
              <a:t>Kamis 4, Jumat 1, Selasa 1. Jam 12: 5, jam 10: 1.</a:t>
            </a:r>
            <a:endParaRPr lang="en-US" sz="1600" dirty="0"/>
          </a:p>
        </p:txBody>
      </p:sp>
      <p:sp>
        <p:nvSpPr>
          <p:cNvPr id="9" name="Shape 6"/>
          <p:cNvSpPr/>
          <p:nvPr/>
        </p:nvSpPr>
        <p:spPr>
          <a:xfrm>
            <a:off x="5029200" y="1600200"/>
            <a:ext cx="6611112" cy="1143000"/>
          </a:xfrm>
          <a:prstGeom prst="rect">
            <a:avLst/>
          </a:prstGeom>
          <a:solidFill>
            <a:srgbClr val="2E353D"/>
          </a:solidFill>
          <a:ln/>
        </p:spPr>
      </p:sp>
      <p:sp>
        <p:nvSpPr>
          <p:cNvPr id="10" name="Text 7"/>
          <p:cNvSpPr txBox="1"/>
          <p:nvPr/>
        </p:nvSpPr>
        <p:spPr>
          <a:xfrm>
            <a:off x="5303520" y="1709928"/>
            <a:ext cx="5486400" cy="274320"/>
          </a:xfrm>
          <a:prstGeom prst="rect">
            <a:avLst/>
          </a:prstGeom>
          <a:noFill/>
          <a:ln/>
        </p:spPr>
        <p:txBody>
          <a:bodyPr wrap="square" lIns="0" tIns="0" rIns="0" bIns="0" rtlCol="0" anchor="t"/>
          <a:lstStyle/>
          <a:p>
            <a:pPr marL="0" indent="0">
              <a:buNone/>
            </a:pPr>
            <a:r>
              <a:rPr lang="en-US" sz="1400" b="1" kern="0" spc="200" dirty="0">
                <a:solidFill>
                  <a:srgbClr val="C5DB7A"/>
                </a:solidFill>
                <a:latin typeface="Arial" pitchFamily="34" charset="0"/>
                <a:ea typeface="Arial" pitchFamily="34" charset="-122"/>
                <a:cs typeface="Arial" pitchFamily="34" charset="-120"/>
              </a:rPr>
              <a:t>PATOKAN</a:t>
            </a:r>
            <a:endParaRPr lang="en-US" sz="1400" dirty="0"/>
          </a:p>
        </p:txBody>
      </p:sp>
      <p:sp>
        <p:nvSpPr>
          <p:cNvPr id="11" name="Text 8"/>
          <p:cNvSpPr txBox="1"/>
          <p:nvPr/>
        </p:nvSpPr>
        <p:spPr>
          <a:xfrm>
            <a:off x="5303520" y="2011680"/>
            <a:ext cx="6126480" cy="685800"/>
          </a:xfrm>
          <a:prstGeom prst="rect">
            <a:avLst/>
          </a:prstGeom>
          <a:noFill/>
          <a:ln/>
        </p:spPr>
        <p:txBody>
          <a:bodyPr wrap="square" lIns="0" tIns="0" rIns="0" bIns="0" rtlCol="0" anchor="t"/>
          <a:lstStyle/>
          <a:p>
            <a:pPr marL="0" indent="0">
              <a:buNone/>
            </a:pPr>
            <a:r>
              <a:rPr lang="en-US" sz="1600" dirty="0">
                <a:solidFill>
                  <a:srgbClr val="FFFFFF"/>
                </a:solidFill>
                <a:latin typeface="Arial" pitchFamily="34" charset="0"/>
                <a:ea typeface="Arial" pitchFamily="34" charset="-122"/>
                <a:cs typeface="Arial" pitchFamily="34" charset="-120"/>
              </a:rPr>
              <a:t>Durasi di luar Q1 − 1,5 × IQR dan Q3 + 1,5 × IQR. Batas bawah −140 detik, jadi tidak ada yang terlalu singkat.</a:t>
            </a:r>
            <a:endParaRPr lang="en-US" sz="1600" dirty="0"/>
          </a:p>
        </p:txBody>
      </p:sp>
      <p:sp>
        <p:nvSpPr>
          <p:cNvPr id="12" name="Shape 9"/>
          <p:cNvSpPr/>
          <p:nvPr/>
        </p:nvSpPr>
        <p:spPr>
          <a:xfrm>
            <a:off x="5029200" y="2862072"/>
            <a:ext cx="6611112" cy="1143000"/>
          </a:xfrm>
          <a:prstGeom prst="rect">
            <a:avLst/>
          </a:prstGeom>
          <a:solidFill>
            <a:srgbClr val="2E353D"/>
          </a:solidFill>
          <a:ln/>
        </p:spPr>
      </p:sp>
      <p:sp>
        <p:nvSpPr>
          <p:cNvPr id="13" name="Text 10"/>
          <p:cNvSpPr txBox="1"/>
          <p:nvPr/>
        </p:nvSpPr>
        <p:spPr>
          <a:xfrm>
            <a:off x="5303520" y="2971800"/>
            <a:ext cx="5486400" cy="274320"/>
          </a:xfrm>
          <a:prstGeom prst="rect">
            <a:avLst/>
          </a:prstGeom>
          <a:noFill/>
          <a:ln/>
        </p:spPr>
        <p:txBody>
          <a:bodyPr wrap="square" lIns="0" tIns="0" rIns="0" bIns="0" rtlCol="0" anchor="t"/>
          <a:lstStyle/>
          <a:p>
            <a:pPr marL="0" indent="0">
              <a:buNone/>
            </a:pPr>
            <a:r>
              <a:rPr lang="en-US" sz="1400" b="1" kern="0" spc="200" dirty="0">
                <a:solidFill>
                  <a:srgbClr val="C5DB7A"/>
                </a:solidFill>
                <a:latin typeface="Arial" pitchFamily="34" charset="0"/>
                <a:ea typeface="Arial" pitchFamily="34" charset="-122"/>
                <a:cs typeface="Arial" pitchFamily="34" charset="-120"/>
              </a:rPr>
              <a:t>ALASAN DIPERTAHANKAN</a:t>
            </a:r>
            <a:endParaRPr lang="en-US" sz="1400" dirty="0"/>
          </a:p>
        </p:txBody>
      </p:sp>
      <p:sp>
        <p:nvSpPr>
          <p:cNvPr id="14" name="Text 11"/>
          <p:cNvSpPr txBox="1"/>
          <p:nvPr/>
        </p:nvSpPr>
        <p:spPr>
          <a:xfrm>
            <a:off x="5303520" y="3273552"/>
            <a:ext cx="6126480" cy="685800"/>
          </a:xfrm>
          <a:prstGeom prst="rect">
            <a:avLst/>
          </a:prstGeom>
          <a:noFill/>
          <a:ln/>
        </p:spPr>
        <p:txBody>
          <a:bodyPr wrap="square" lIns="0" tIns="0" rIns="0" bIns="0" rtlCol="0" anchor="t"/>
          <a:lstStyle/>
          <a:p>
            <a:pPr marL="0" indent="0">
              <a:buNone/>
            </a:pPr>
            <a:r>
              <a:rPr lang="en-US" sz="1600" dirty="0">
                <a:solidFill>
                  <a:srgbClr val="FFFFFF"/>
                </a:solidFill>
                <a:latin typeface="Arial" pitchFamily="34" charset="0"/>
                <a:ea typeface="Arial" pitchFamily="34" charset="-122"/>
                <a:cs typeface="Arial" pitchFamily="34" charset="-120"/>
              </a:rPr>
              <a:t>Keenamnya 482 sampai 530 detik (8:02 sampai 8:50). Kunjungan jarang, tetapi nyata dan bagian dari kebiasaan pengunjung.</a:t>
            </a:r>
            <a:endParaRPr lang="en-US" sz="1600" dirty="0"/>
          </a:p>
        </p:txBody>
      </p:sp>
      <p:sp>
        <p:nvSpPr>
          <p:cNvPr id="15" name="Shape 12"/>
          <p:cNvSpPr/>
          <p:nvPr/>
        </p:nvSpPr>
        <p:spPr>
          <a:xfrm>
            <a:off x="5029200" y="4123944"/>
            <a:ext cx="6611112" cy="1143000"/>
          </a:xfrm>
          <a:prstGeom prst="rect">
            <a:avLst/>
          </a:prstGeom>
          <a:solidFill>
            <a:srgbClr val="2E353D"/>
          </a:solidFill>
          <a:ln/>
        </p:spPr>
      </p:sp>
      <p:sp>
        <p:nvSpPr>
          <p:cNvPr id="16" name="Text 13"/>
          <p:cNvSpPr txBox="1"/>
          <p:nvPr/>
        </p:nvSpPr>
        <p:spPr>
          <a:xfrm>
            <a:off x="5303520" y="4233672"/>
            <a:ext cx="5486400" cy="274320"/>
          </a:xfrm>
          <a:prstGeom prst="rect">
            <a:avLst/>
          </a:prstGeom>
          <a:noFill/>
          <a:ln/>
        </p:spPr>
        <p:txBody>
          <a:bodyPr wrap="square" lIns="0" tIns="0" rIns="0" bIns="0" rtlCol="0" anchor="t"/>
          <a:lstStyle/>
          <a:p>
            <a:pPr marL="0" indent="0">
              <a:buNone/>
            </a:pPr>
            <a:r>
              <a:rPr lang="en-US" sz="1400" b="1" kern="0" spc="200" dirty="0">
                <a:solidFill>
                  <a:srgbClr val="C5DB7A"/>
                </a:solidFill>
                <a:latin typeface="Arial" pitchFamily="34" charset="0"/>
                <a:ea typeface="Arial" pitchFamily="34" charset="-122"/>
                <a:cs typeface="Arial" pitchFamily="34" charset="-120"/>
              </a:rPr>
              <a:t>TIDAK DITEMUKAN</a:t>
            </a:r>
            <a:endParaRPr lang="en-US" sz="1400" dirty="0"/>
          </a:p>
        </p:txBody>
      </p:sp>
      <p:sp>
        <p:nvSpPr>
          <p:cNvPr id="17" name="Text 14"/>
          <p:cNvSpPr txBox="1"/>
          <p:nvPr/>
        </p:nvSpPr>
        <p:spPr>
          <a:xfrm>
            <a:off x="5303520" y="4535424"/>
            <a:ext cx="6126480" cy="685800"/>
          </a:xfrm>
          <a:prstGeom prst="rect">
            <a:avLst/>
          </a:prstGeom>
          <a:noFill/>
          <a:ln/>
        </p:spPr>
        <p:txBody>
          <a:bodyPr wrap="square" lIns="0" tIns="0" rIns="0" bIns="0" rtlCol="0" anchor="t"/>
          <a:lstStyle/>
          <a:p>
            <a:pPr marL="0" indent="0">
              <a:buNone/>
            </a:pPr>
            <a:r>
              <a:rPr lang="en-US" sz="1600" dirty="0">
                <a:solidFill>
                  <a:srgbClr val="FFFFFF"/>
                </a:solidFill>
                <a:latin typeface="Arial" pitchFamily="34" charset="0"/>
                <a:ea typeface="Arial" pitchFamily="34" charset="-122"/>
                <a:cs typeface="Arial" pitchFamily="34" charset="-120"/>
              </a:rPr>
              <a:t>Nilai kosong: 0. Nilai minus: 0. Tidak ada kunjungan yang terlalu singkat.</a:t>
            </a:r>
            <a:endParaRPr lang="en-US" sz="1600" dirty="0"/>
          </a:p>
        </p:txBody>
      </p:sp>
      <p:sp>
        <p:nvSpPr>
          <p:cNvPr id="18" name="Text 15"/>
          <p:cNvSpPr txBox="1"/>
          <p:nvPr/>
        </p:nvSpPr>
        <p:spPr>
          <a:xfrm>
            <a:off x="548640" y="5486400"/>
            <a:ext cx="11064240" cy="731520"/>
          </a:xfrm>
          <a:prstGeom prst="rect">
            <a:avLst/>
          </a:prstGeom>
          <a:noFill/>
          <a:ln/>
        </p:spPr>
        <p:txBody>
          <a:bodyPr wrap="square" lIns="0" tIns="0" rIns="0" bIns="0" rtlCol="0" anchor="t"/>
          <a:lstStyle/>
          <a:p>
            <a:pPr marL="0" indent="0">
              <a:buNone/>
            </a:pPr>
            <a:r>
              <a:rPr lang="en-US" sz="1600" dirty="0">
                <a:solidFill>
                  <a:srgbClr val="C3C8CE"/>
                </a:solidFill>
                <a:latin typeface="Arial" pitchFamily="34" charset="0"/>
                <a:ea typeface="Arial" pitchFamily="34" charset="-122"/>
                <a:cs typeface="Arial" pitchFamily="34" charset="-120"/>
              </a:rPr>
              <a:t>Dipertahankan, bukan diganti. Tanpa keenamnya rata-rata turun dari 153,23 menjadi 123,51 detik. [FILL: alasan, misalnya sudah dicek di video]</a:t>
            </a:r>
            <a:endParaRPr lang="en-US" sz="1600" dirty="0"/>
          </a:p>
        </p:txBody>
      </p:sp>
      <p:sp>
        <p:nvSpPr>
          <p:cNvPr id="25" name="Slide Number Placeholder 0"/>
          <p:cNvSpPr>
            <a:spLocks noGrp="1"/>
          </p:cNvSpPr>
          <p:nvPr>
            <p:ph type="sldNum" sz="quarter" idx="4294967295"/>
          </p:nvPr>
        </p:nvSpPr>
        <p:spPr>
          <a:xfrm>
            <a:off x="10725912" y="274320"/>
            <a:ext cx="91440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200">
                <a:solidFill>
                  <a:srgbClr val="C3C8CE"/>
                </a:solidFill>
                <a:latin typeface="Arial"/>
                <a:ea typeface="Arial"/>
                <a:cs typeface="Aria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t"/>
          <a:lstStyle/>
          <a:p>
            <a:pPr marL="0" indent="0">
              <a:buNone/>
            </a:pPr>
            <a:r>
              <a:rPr lang="en-US" sz="1200" b="1" kern="0" spc="300" dirty="0">
                <a:solidFill>
                  <a:srgbClr val="466018"/>
                </a:solidFill>
                <a:latin typeface="Arial" pitchFamily="34" charset="0"/>
                <a:ea typeface="Arial" pitchFamily="34" charset="-122"/>
                <a:cs typeface="Arial" pitchFamily="34" charset="-120"/>
              </a:rPr>
              <a:t>09  ·  PEMERIKSAAN</a:t>
            </a:r>
            <a:endParaRPr lang="en-US" sz="1200" dirty="0"/>
          </a:p>
        </p:txBody>
      </p:sp>
      <p:sp>
        <p:nvSpPr>
          <p:cNvPr id="3" name="Text 1"/>
          <p:cNvSpPr txBox="1"/>
          <p:nvPr/>
        </p:nvSpPr>
        <p:spPr>
          <a:xfrm>
            <a:off x="548640" y="640080"/>
            <a:ext cx="11064240" cy="777240"/>
          </a:xfrm>
          <a:prstGeom prst="rect">
            <a:avLst/>
          </a:prstGeom>
          <a:noFill/>
          <a:ln/>
        </p:spPr>
        <p:txBody>
          <a:bodyPr wrap="square" lIns="0" tIns="0" rIns="0" bIns="0" rtlCol="0" anchor="ctr"/>
          <a:lstStyle/>
          <a:p>
            <a:pPr marL="0" indent="0">
              <a:buNone/>
            </a:pPr>
            <a:r>
              <a:rPr lang="en-US" sz="3400" b="1" dirty="0">
                <a:solidFill>
                  <a:srgbClr val="1F2328"/>
                </a:solidFill>
                <a:latin typeface="Arial" pitchFamily="34" charset="0"/>
                <a:ea typeface="Arial" pitchFamily="34" charset="-122"/>
                <a:cs typeface="Arial" pitchFamily="34" charset="-120"/>
              </a:rPr>
              <a:t>Mencari Q1 dan Q3 dengan rumus posisi</a:t>
            </a:r>
            <a:endParaRPr lang="en-US" sz="3400" dirty="0"/>
          </a:p>
        </p:txBody>
      </p:sp>
      <p:sp>
        <p:nvSpPr>
          <p:cNvPr id="5" name="Shape 2"/>
          <p:cNvSpPr/>
          <p:nvPr/>
        </p:nvSpPr>
        <p:spPr>
          <a:xfrm>
            <a:off x="548640" y="1554480"/>
            <a:ext cx="3593592" cy="1463040"/>
          </a:xfrm>
          <a:prstGeom prst="rect">
            <a:avLst/>
          </a:prstGeom>
          <a:solidFill>
            <a:srgbClr val="F1EFEA"/>
          </a:solidFill>
          <a:ln/>
        </p:spPr>
      </p:sp>
      <p:sp>
        <p:nvSpPr>
          <p:cNvPr id="6" name="Text 3"/>
          <p:cNvSpPr txBox="1"/>
          <p:nvPr/>
        </p:nvSpPr>
        <p:spPr>
          <a:xfrm>
            <a:off x="777240" y="1691640"/>
            <a:ext cx="3200400" cy="365760"/>
          </a:xfrm>
          <a:prstGeom prst="rect">
            <a:avLst/>
          </a:prstGeom>
          <a:noFill/>
          <a:ln/>
        </p:spPr>
        <p:txBody>
          <a:bodyPr wrap="square" lIns="0" tIns="0" rIns="0" bIns="0" rtlCol="0" anchor="t"/>
          <a:lstStyle/>
          <a:p>
            <a:pPr marL="0" indent="0">
              <a:buNone/>
            </a:pPr>
            <a:r>
              <a:rPr lang="en-US" sz="1800" b="1" dirty="0">
                <a:solidFill>
                  <a:srgbClr val="466018"/>
                </a:solidFill>
                <a:latin typeface="Arial" pitchFamily="34" charset="0"/>
                <a:ea typeface="Arial" pitchFamily="34" charset="-122"/>
                <a:cs typeface="Arial" pitchFamily="34" charset="-120"/>
              </a:rPr>
              <a:t>Langkah 1: urutkan</a:t>
            </a:r>
            <a:endParaRPr lang="en-US" sz="1800" dirty="0"/>
          </a:p>
        </p:txBody>
      </p:sp>
      <p:sp>
        <p:nvSpPr>
          <p:cNvPr id="7" name="Text 4"/>
          <p:cNvSpPr txBox="1"/>
          <p:nvPr/>
        </p:nvSpPr>
        <p:spPr>
          <a:xfrm>
            <a:off x="777240" y="2148840"/>
            <a:ext cx="3200400" cy="822960"/>
          </a:xfrm>
          <a:prstGeom prst="rect">
            <a:avLst/>
          </a:prstGeom>
          <a:noFill/>
          <a:ln/>
        </p:spPr>
        <p:txBody>
          <a:bodyPr wrap="square" lIns="0" tIns="0" rIns="0" bIns="0" rtlCol="0" anchor="t"/>
          <a:lstStyle/>
          <a:p>
            <a:pPr marL="0" indent="0">
              <a:buNone/>
            </a:pPr>
            <a:r>
              <a:rPr lang="en-US" sz="1600" dirty="0">
                <a:solidFill>
                  <a:srgbClr val="505A66"/>
                </a:solidFill>
                <a:latin typeface="Arial" pitchFamily="34" charset="0"/>
                <a:ea typeface="Arial" pitchFamily="34" charset="-122"/>
                <a:cs typeface="Arial" pitchFamily="34" charset="-120"/>
              </a:rPr>
              <a:t>Durasi diurutkan dari terkecil ke terbesar.</a:t>
            </a:r>
            <a:endParaRPr lang="en-US" sz="1600" dirty="0"/>
          </a:p>
        </p:txBody>
      </p:sp>
      <p:sp>
        <p:nvSpPr>
          <p:cNvPr id="8" name="Shape 5"/>
          <p:cNvSpPr/>
          <p:nvPr/>
        </p:nvSpPr>
        <p:spPr>
          <a:xfrm>
            <a:off x="4297680" y="1554480"/>
            <a:ext cx="3593592" cy="1463040"/>
          </a:xfrm>
          <a:prstGeom prst="rect">
            <a:avLst/>
          </a:prstGeom>
          <a:solidFill>
            <a:srgbClr val="F1EFEA"/>
          </a:solidFill>
          <a:ln/>
        </p:spPr>
      </p:sp>
      <p:sp>
        <p:nvSpPr>
          <p:cNvPr id="9" name="Text 6"/>
          <p:cNvSpPr txBox="1"/>
          <p:nvPr/>
        </p:nvSpPr>
        <p:spPr>
          <a:xfrm>
            <a:off x="4526280" y="1691640"/>
            <a:ext cx="3200400" cy="365760"/>
          </a:xfrm>
          <a:prstGeom prst="rect">
            <a:avLst/>
          </a:prstGeom>
          <a:noFill/>
          <a:ln/>
        </p:spPr>
        <p:txBody>
          <a:bodyPr wrap="square" lIns="0" tIns="0" rIns="0" bIns="0" rtlCol="0" anchor="t"/>
          <a:lstStyle/>
          <a:p>
            <a:pPr marL="0" indent="0">
              <a:buNone/>
            </a:pPr>
            <a:r>
              <a:rPr lang="en-US" sz="1800" b="1" dirty="0">
                <a:solidFill>
                  <a:srgbClr val="466018"/>
                </a:solidFill>
                <a:latin typeface="Arial" pitchFamily="34" charset="0"/>
                <a:ea typeface="Arial" pitchFamily="34" charset="-122"/>
                <a:cs typeface="Arial" pitchFamily="34" charset="-120"/>
              </a:rPr>
              <a:t>Langkah 2: cari posisi</a:t>
            </a:r>
            <a:endParaRPr lang="en-US" sz="1800" dirty="0"/>
          </a:p>
        </p:txBody>
      </p:sp>
      <p:sp>
        <p:nvSpPr>
          <p:cNvPr id="10" name="Text 7"/>
          <p:cNvSpPr txBox="1"/>
          <p:nvPr/>
        </p:nvSpPr>
        <p:spPr>
          <a:xfrm>
            <a:off x="4526280" y="2148840"/>
            <a:ext cx="3200400" cy="822960"/>
          </a:xfrm>
          <a:prstGeom prst="rect">
            <a:avLst/>
          </a:prstGeom>
          <a:noFill/>
          <a:ln/>
        </p:spPr>
        <p:txBody>
          <a:bodyPr wrap="square" lIns="0" tIns="0" rIns="0" bIns="0" rtlCol="0" anchor="t"/>
          <a:lstStyle/>
          <a:p>
            <a:pPr marL="0" indent="0">
              <a:buNone/>
            </a:pPr>
            <a:r>
              <a:rPr lang="en-US" sz="1600" dirty="0">
                <a:solidFill>
                  <a:srgbClr val="505A66"/>
                </a:solidFill>
                <a:latin typeface="Arial" pitchFamily="34" charset="0"/>
                <a:ea typeface="Arial" pitchFamily="34" charset="-122"/>
                <a:cs typeface="Arial" pitchFamily="34" charset="-120"/>
              </a:rPr>
              <a:t>posisi = 1 + p × (n − 1), dengan p = 0,25 atau 0,75.</a:t>
            </a:r>
            <a:endParaRPr lang="en-US" sz="1600" dirty="0"/>
          </a:p>
        </p:txBody>
      </p:sp>
      <p:sp>
        <p:nvSpPr>
          <p:cNvPr id="11" name="Shape 8"/>
          <p:cNvSpPr/>
          <p:nvPr/>
        </p:nvSpPr>
        <p:spPr>
          <a:xfrm>
            <a:off x="8046720" y="1554480"/>
            <a:ext cx="3593592" cy="1463040"/>
          </a:xfrm>
          <a:prstGeom prst="rect">
            <a:avLst/>
          </a:prstGeom>
          <a:solidFill>
            <a:srgbClr val="F1EFEA"/>
          </a:solidFill>
          <a:ln/>
        </p:spPr>
      </p:sp>
      <p:sp>
        <p:nvSpPr>
          <p:cNvPr id="12" name="Text 9"/>
          <p:cNvSpPr txBox="1"/>
          <p:nvPr/>
        </p:nvSpPr>
        <p:spPr>
          <a:xfrm>
            <a:off x="8275320" y="1691640"/>
            <a:ext cx="3200400" cy="365760"/>
          </a:xfrm>
          <a:prstGeom prst="rect">
            <a:avLst/>
          </a:prstGeom>
          <a:noFill/>
          <a:ln/>
        </p:spPr>
        <p:txBody>
          <a:bodyPr wrap="square" lIns="0" tIns="0" rIns="0" bIns="0" rtlCol="0" anchor="t"/>
          <a:lstStyle/>
          <a:p>
            <a:pPr marL="0" indent="0">
              <a:buNone/>
            </a:pPr>
            <a:r>
              <a:rPr lang="en-US" sz="1800" b="1" dirty="0">
                <a:solidFill>
                  <a:srgbClr val="466018"/>
                </a:solidFill>
                <a:latin typeface="Arial" pitchFamily="34" charset="0"/>
                <a:ea typeface="Arial" pitchFamily="34" charset="-122"/>
                <a:cs typeface="Arial" pitchFamily="34" charset="-120"/>
              </a:rPr>
              <a:t>Langkah 3: baca nilainya</a:t>
            </a:r>
            <a:endParaRPr lang="en-US" sz="1800" dirty="0"/>
          </a:p>
        </p:txBody>
      </p:sp>
      <p:sp>
        <p:nvSpPr>
          <p:cNvPr id="13" name="Text 10"/>
          <p:cNvSpPr txBox="1"/>
          <p:nvPr/>
        </p:nvSpPr>
        <p:spPr>
          <a:xfrm>
            <a:off x="8275320" y="2148840"/>
            <a:ext cx="3200400" cy="822960"/>
          </a:xfrm>
          <a:prstGeom prst="rect">
            <a:avLst/>
          </a:prstGeom>
          <a:noFill/>
          <a:ln/>
        </p:spPr>
        <p:txBody>
          <a:bodyPr wrap="square" lIns="0" tIns="0" rIns="0" bIns="0" rtlCol="0" anchor="t"/>
          <a:lstStyle/>
          <a:p>
            <a:pPr marL="0" indent="0">
              <a:buNone/>
            </a:pPr>
            <a:r>
              <a:rPr lang="en-US" sz="1600" dirty="0">
                <a:solidFill>
                  <a:srgbClr val="505A66"/>
                </a:solidFill>
                <a:latin typeface="Arial" pitchFamily="34" charset="0"/>
                <a:ea typeface="Arial" pitchFamily="34" charset="-122"/>
                <a:cs typeface="Arial" pitchFamily="34" charset="-120"/>
              </a:rPr>
              <a:t>Posisi pecahan diinterpolasi linear, posisi bulat langsung dibaca.</a:t>
            </a:r>
            <a:endParaRPr lang="en-US" sz="1600" dirty="0"/>
          </a:p>
        </p:txBody>
      </p:sp>
      <p:sp>
        <p:nvSpPr>
          <p:cNvPr id="14" name="Shape 11"/>
          <p:cNvSpPr/>
          <p:nvPr/>
        </p:nvSpPr>
        <p:spPr>
          <a:xfrm>
            <a:off x="548640" y="3291840"/>
            <a:ext cx="11091672" cy="2560320"/>
          </a:xfrm>
          <a:prstGeom prst="rect">
            <a:avLst/>
          </a:prstGeom>
          <a:solidFill>
            <a:srgbClr val="2E353D"/>
          </a:solidFill>
          <a:ln/>
        </p:spPr>
      </p:sp>
      <p:sp>
        <p:nvSpPr>
          <p:cNvPr id="15" name="Text 12"/>
          <p:cNvSpPr txBox="1"/>
          <p:nvPr/>
        </p:nvSpPr>
        <p:spPr>
          <a:xfrm>
            <a:off x="868680" y="3474720"/>
            <a:ext cx="7315200" cy="365760"/>
          </a:xfrm>
          <a:prstGeom prst="rect">
            <a:avLst/>
          </a:prstGeom>
          <a:noFill/>
          <a:ln/>
        </p:spPr>
        <p:txBody>
          <a:bodyPr wrap="square" lIns="0" tIns="0" rIns="0" bIns="0" rtlCol="0" anchor="t"/>
          <a:lstStyle/>
          <a:p>
            <a:pPr marL="0" indent="0">
              <a:buNone/>
            </a:pPr>
            <a:r>
              <a:rPr lang="en-US" sz="1800" b="1" dirty="0">
                <a:solidFill>
                  <a:srgbClr val="C5DB7A"/>
                </a:solidFill>
                <a:latin typeface="Arial" pitchFamily="34" charset="0"/>
                <a:ea typeface="Arial" pitchFamily="34" charset="-122"/>
                <a:cs typeface="Arial" pitchFamily="34" charset="-120"/>
              </a:rPr>
              <a:t>Penerapan pada seluruh data (n = 77)</a:t>
            </a:r>
            <a:endParaRPr lang="en-US" sz="1800" dirty="0"/>
          </a:p>
        </p:txBody>
      </p:sp>
      <p:sp>
        <p:nvSpPr>
          <p:cNvPr id="16" name="Text 13"/>
          <p:cNvSpPr txBox="1"/>
          <p:nvPr/>
        </p:nvSpPr>
        <p:spPr>
          <a:xfrm>
            <a:off x="868680" y="4023360"/>
            <a:ext cx="5120640" cy="914400"/>
          </a:xfrm>
          <a:prstGeom prst="rect">
            <a:avLst/>
          </a:prstGeom>
          <a:noFill/>
          <a:ln/>
        </p:spPr>
        <p:txBody>
          <a:bodyPr wrap="square" lIns="0" tIns="0" rIns="0" bIns="0" rtlCol="0" anchor="t"/>
          <a:lstStyle/>
          <a:p>
            <a:pPr marL="0" indent="0">
              <a:buNone/>
            </a:pPr>
            <a:r>
              <a:rPr lang="en-US" sz="2000" b="1" dirty="0">
                <a:solidFill>
                  <a:srgbClr val="FFFFFF"/>
                </a:solidFill>
                <a:latin typeface="Arial" pitchFamily="34" charset="0"/>
                <a:ea typeface="Arial" pitchFamily="34" charset="-122"/>
                <a:cs typeface="Arial" pitchFamily="34" charset="-120"/>
              </a:rPr>
              <a:t>Q1: posisi = 1 + 0,25 × (77 − 1) = 20</a:t>
            </a:r>
            <a:endParaRPr lang="en-US" sz="2000" dirty="0"/>
          </a:p>
          <a:p>
            <a:pPr marL="0" indent="0">
              <a:buNone/>
            </a:pPr>
            <a:r>
              <a:rPr lang="en-US" sz="2000" dirty="0">
                <a:solidFill>
                  <a:srgbClr val="FFFFFF"/>
                </a:solidFill>
                <a:latin typeface="Arial" pitchFamily="34" charset="0"/>
                <a:ea typeface="Arial" pitchFamily="34" charset="-122"/>
                <a:cs typeface="Arial" pitchFamily="34" charset="-120"/>
              </a:rPr>
              <a:t>data ke-20 = 61 detik</a:t>
            </a:r>
            <a:endParaRPr lang="en-US" sz="2000" dirty="0"/>
          </a:p>
        </p:txBody>
      </p:sp>
      <p:sp>
        <p:nvSpPr>
          <p:cNvPr id="17" name="Text 14"/>
          <p:cNvSpPr txBox="1"/>
          <p:nvPr/>
        </p:nvSpPr>
        <p:spPr>
          <a:xfrm>
            <a:off x="6217920" y="4023360"/>
            <a:ext cx="5120640" cy="914400"/>
          </a:xfrm>
          <a:prstGeom prst="rect">
            <a:avLst/>
          </a:prstGeom>
          <a:noFill/>
          <a:ln/>
        </p:spPr>
        <p:txBody>
          <a:bodyPr wrap="square" lIns="0" tIns="0" rIns="0" bIns="0" rtlCol="0" anchor="t"/>
          <a:lstStyle/>
          <a:p>
            <a:pPr marL="0" indent="0">
              <a:buNone/>
            </a:pPr>
            <a:r>
              <a:rPr lang="en-US" sz="2000" b="1" dirty="0">
                <a:solidFill>
                  <a:srgbClr val="FFFFFF"/>
                </a:solidFill>
                <a:latin typeface="Arial" pitchFamily="34" charset="0"/>
                <a:ea typeface="Arial" pitchFamily="34" charset="-122"/>
                <a:cs typeface="Arial" pitchFamily="34" charset="-120"/>
              </a:rPr>
              <a:t>Q3: posisi = 1 + 0,75 × (77 − 1) = 58</a:t>
            </a:r>
            <a:endParaRPr lang="en-US" sz="2000" dirty="0"/>
          </a:p>
          <a:p>
            <a:pPr marL="0" indent="0">
              <a:buNone/>
            </a:pPr>
            <a:r>
              <a:rPr lang="en-US" sz="2000" dirty="0">
                <a:solidFill>
                  <a:srgbClr val="FFFFFF"/>
                </a:solidFill>
                <a:latin typeface="Arial" pitchFamily="34" charset="0"/>
                <a:ea typeface="Arial" pitchFamily="34" charset="-122"/>
                <a:cs typeface="Arial" pitchFamily="34" charset="-120"/>
              </a:rPr>
              <a:t>data ke-58 = 195 detik</a:t>
            </a:r>
            <a:endParaRPr lang="en-US" sz="2000" dirty="0"/>
          </a:p>
        </p:txBody>
      </p:sp>
      <p:sp>
        <p:nvSpPr>
          <p:cNvPr id="18" name="Text 15"/>
          <p:cNvSpPr txBox="1"/>
          <p:nvPr/>
        </p:nvSpPr>
        <p:spPr>
          <a:xfrm>
            <a:off x="868680" y="5212080"/>
            <a:ext cx="7315200" cy="365760"/>
          </a:xfrm>
          <a:prstGeom prst="rect">
            <a:avLst/>
          </a:prstGeom>
          <a:noFill/>
          <a:ln/>
        </p:spPr>
        <p:txBody>
          <a:bodyPr wrap="square" lIns="0" tIns="0" rIns="0" bIns="0" rtlCol="0" anchor="t"/>
          <a:lstStyle/>
          <a:p>
            <a:pPr marL="0" indent="0">
              <a:buNone/>
            </a:pPr>
            <a:r>
              <a:rPr lang="en-US" sz="1600" dirty="0">
                <a:solidFill>
                  <a:srgbClr val="C3C8CE"/>
                </a:solidFill>
                <a:latin typeface="Arial" pitchFamily="34" charset="0"/>
                <a:ea typeface="Arial" pitchFamily="34" charset="-122"/>
                <a:cs typeface="Arial" pitchFamily="34" charset="-120"/>
              </a:rPr>
              <a:t>Kedua posisi bulat, jadi tidak perlu interpolasi.</a:t>
            </a:r>
            <a:endParaRPr lang="en-US" sz="1600" dirty="0"/>
          </a:p>
        </p:txBody>
      </p:sp>
      <p:sp>
        <p:nvSpPr>
          <p:cNvPr id="25" name="Slide Number Placeholder 0"/>
          <p:cNvSpPr>
            <a:spLocks noGrp="1"/>
          </p:cNvSpPr>
          <p:nvPr>
            <p:ph type="sldNum" sz="quarter" idx="4294967295"/>
          </p:nvPr>
        </p:nvSpPr>
        <p:spPr>
          <a:xfrm>
            <a:off x="10725912" y="274320"/>
            <a:ext cx="91440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200">
                <a:solidFill>
                  <a:srgbClr val="6B7A89"/>
                </a:solidFill>
                <a:latin typeface="Arial"/>
                <a:ea typeface="Arial"/>
                <a:cs typeface="Aria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t"/>
          <a:lstStyle/>
          <a:p>
            <a:pPr marL="0" indent="0">
              <a:buNone/>
            </a:pPr>
            <a:r>
              <a:rPr lang="en-US" sz="1200" b="1" kern="0" spc="300" dirty="0">
                <a:solidFill>
                  <a:srgbClr val="466018"/>
                </a:solidFill>
                <a:latin typeface="Arial" pitchFamily="34" charset="0"/>
                <a:ea typeface="Arial" pitchFamily="34" charset="-122"/>
                <a:cs typeface="Arial" pitchFamily="34" charset="-120"/>
              </a:rPr>
              <a:t>10  ·  PEMERIKSAAN</a:t>
            </a:r>
            <a:endParaRPr lang="en-US" sz="1200" dirty="0"/>
          </a:p>
        </p:txBody>
      </p:sp>
      <p:sp>
        <p:nvSpPr>
          <p:cNvPr id="3" name="Text 1"/>
          <p:cNvSpPr txBox="1"/>
          <p:nvPr/>
        </p:nvSpPr>
        <p:spPr>
          <a:xfrm>
            <a:off x="548640" y="640080"/>
            <a:ext cx="11064240" cy="777240"/>
          </a:xfrm>
          <a:prstGeom prst="rect">
            <a:avLst/>
          </a:prstGeom>
          <a:noFill/>
          <a:ln/>
        </p:spPr>
        <p:txBody>
          <a:bodyPr wrap="square" lIns="0" tIns="0" rIns="0" bIns="0" rtlCol="0" anchor="ctr"/>
          <a:lstStyle/>
          <a:p>
            <a:pPr marL="0" indent="0">
              <a:buNone/>
            </a:pPr>
            <a:r>
              <a:rPr lang="en-US" sz="3400" b="1" dirty="0">
                <a:solidFill>
                  <a:srgbClr val="1F2328"/>
                </a:solidFill>
                <a:latin typeface="Arial" pitchFamily="34" charset="0"/>
                <a:ea typeface="Arial" pitchFamily="34" charset="-122"/>
                <a:cs typeface="Arial" pitchFamily="34" charset="-120"/>
              </a:rPr>
              <a:t>Dari Q1 dan Q3 ke pagar 396 detik</a:t>
            </a:r>
            <a:endParaRPr lang="en-US" sz="3400" dirty="0"/>
          </a:p>
        </p:txBody>
      </p:sp>
      <p:sp>
        <p:nvSpPr>
          <p:cNvPr id="5" name="Shape 2"/>
          <p:cNvSpPr/>
          <p:nvPr/>
        </p:nvSpPr>
        <p:spPr>
          <a:xfrm>
            <a:off x="548640" y="1463040"/>
            <a:ext cx="11091672" cy="694944"/>
          </a:xfrm>
          <a:prstGeom prst="rect">
            <a:avLst/>
          </a:prstGeom>
          <a:solidFill>
            <a:srgbClr val="F1EFEA"/>
          </a:solidFill>
          <a:ln/>
        </p:spPr>
      </p:sp>
      <p:sp>
        <p:nvSpPr>
          <p:cNvPr id="6" name="Shape 3"/>
          <p:cNvSpPr/>
          <p:nvPr/>
        </p:nvSpPr>
        <p:spPr>
          <a:xfrm>
            <a:off x="731520" y="1591056"/>
            <a:ext cx="438912" cy="438912"/>
          </a:xfrm>
          <a:prstGeom prst="ellipse">
            <a:avLst/>
          </a:prstGeom>
          <a:solidFill>
            <a:srgbClr val="466018"/>
          </a:solidFill>
          <a:ln/>
        </p:spPr>
      </p:sp>
      <p:sp>
        <p:nvSpPr>
          <p:cNvPr id="7" name="Text 4"/>
          <p:cNvSpPr txBox="1"/>
          <p:nvPr/>
        </p:nvSpPr>
        <p:spPr>
          <a:xfrm>
            <a:off x="731520" y="1591056"/>
            <a:ext cx="438912" cy="438912"/>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8" name="Text 5"/>
          <p:cNvSpPr txBox="1"/>
          <p:nvPr/>
        </p:nvSpPr>
        <p:spPr>
          <a:xfrm>
            <a:off x="1417320" y="1463040"/>
            <a:ext cx="3017520" cy="694944"/>
          </a:xfrm>
          <a:prstGeom prst="rect">
            <a:avLst/>
          </a:prstGeom>
          <a:noFill/>
          <a:ln/>
        </p:spPr>
        <p:txBody>
          <a:bodyPr wrap="square" lIns="0" tIns="0" rIns="0" bIns="0" rtlCol="0" anchor="ctr"/>
          <a:lstStyle/>
          <a:p>
            <a:pPr marL="0" indent="0">
              <a:buNone/>
            </a:pPr>
            <a:r>
              <a:rPr lang="en-US" sz="1800" b="1" dirty="0">
                <a:solidFill>
                  <a:srgbClr val="1F2328"/>
                </a:solidFill>
                <a:latin typeface="Arial" pitchFamily="34" charset="0"/>
                <a:ea typeface="Arial" pitchFamily="34" charset="-122"/>
                <a:cs typeface="Arial" pitchFamily="34" charset="-120"/>
              </a:rPr>
              <a:t>Urutan data</a:t>
            </a:r>
            <a:endParaRPr lang="en-US" sz="1800" dirty="0"/>
          </a:p>
        </p:txBody>
      </p:sp>
      <p:sp>
        <p:nvSpPr>
          <p:cNvPr id="9" name="Text 6"/>
          <p:cNvSpPr txBox="1"/>
          <p:nvPr/>
        </p:nvSpPr>
        <p:spPr>
          <a:xfrm>
            <a:off x="4480560" y="1463040"/>
            <a:ext cx="7040880" cy="694944"/>
          </a:xfrm>
          <a:prstGeom prst="rect">
            <a:avLst/>
          </a:prstGeom>
          <a:noFill/>
          <a:ln/>
        </p:spPr>
        <p:txBody>
          <a:bodyPr wrap="square" lIns="0" tIns="0" rIns="0" bIns="0" rtlCol="0" anchor="ctr"/>
          <a:lstStyle/>
          <a:p>
            <a:pPr marL="0" indent="0">
              <a:buNone/>
            </a:pPr>
            <a:r>
              <a:rPr lang="en-US" sz="1800" dirty="0">
                <a:solidFill>
                  <a:srgbClr val="505A66"/>
                </a:solidFill>
                <a:latin typeface="Arial" pitchFamily="34" charset="0"/>
                <a:ea typeface="Arial" pitchFamily="34" charset="-122"/>
                <a:cs typeface="Arial" pitchFamily="34" charset="-120"/>
              </a:rPr>
              <a:t>77 durasi, dari 14 sampai 530 detik</a:t>
            </a:r>
            <a:endParaRPr lang="en-US" sz="1800" dirty="0"/>
          </a:p>
        </p:txBody>
      </p:sp>
      <p:sp>
        <p:nvSpPr>
          <p:cNvPr id="10" name="Shape 7"/>
          <p:cNvSpPr/>
          <p:nvPr/>
        </p:nvSpPr>
        <p:spPr>
          <a:xfrm>
            <a:off x="548640" y="2267712"/>
            <a:ext cx="11091672" cy="694944"/>
          </a:xfrm>
          <a:prstGeom prst="rect">
            <a:avLst/>
          </a:prstGeom>
          <a:solidFill>
            <a:srgbClr val="F1EFEA"/>
          </a:solidFill>
          <a:ln/>
        </p:spPr>
      </p:sp>
      <p:sp>
        <p:nvSpPr>
          <p:cNvPr id="11" name="Shape 8"/>
          <p:cNvSpPr/>
          <p:nvPr/>
        </p:nvSpPr>
        <p:spPr>
          <a:xfrm>
            <a:off x="731520" y="2395728"/>
            <a:ext cx="438912" cy="438912"/>
          </a:xfrm>
          <a:prstGeom prst="ellipse">
            <a:avLst/>
          </a:prstGeom>
          <a:solidFill>
            <a:srgbClr val="466018"/>
          </a:solidFill>
          <a:ln/>
        </p:spPr>
      </p:sp>
      <p:sp>
        <p:nvSpPr>
          <p:cNvPr id="12" name="Text 9"/>
          <p:cNvSpPr txBox="1"/>
          <p:nvPr/>
        </p:nvSpPr>
        <p:spPr>
          <a:xfrm>
            <a:off x="731520" y="2395728"/>
            <a:ext cx="438912" cy="438912"/>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3" name="Text 10"/>
          <p:cNvSpPr txBox="1"/>
          <p:nvPr/>
        </p:nvSpPr>
        <p:spPr>
          <a:xfrm>
            <a:off x="1417320" y="2267712"/>
            <a:ext cx="3017520" cy="694944"/>
          </a:xfrm>
          <a:prstGeom prst="rect">
            <a:avLst/>
          </a:prstGeom>
          <a:noFill/>
          <a:ln/>
        </p:spPr>
        <p:txBody>
          <a:bodyPr wrap="square" lIns="0" tIns="0" rIns="0" bIns="0" rtlCol="0" anchor="ctr"/>
          <a:lstStyle/>
          <a:p>
            <a:pPr marL="0" indent="0">
              <a:buNone/>
            </a:pPr>
            <a:r>
              <a:rPr lang="en-US" sz="1800" b="1" dirty="0">
                <a:solidFill>
                  <a:srgbClr val="1F2328"/>
                </a:solidFill>
                <a:latin typeface="Arial" pitchFamily="34" charset="0"/>
                <a:ea typeface="Arial" pitchFamily="34" charset="-122"/>
                <a:cs typeface="Arial" pitchFamily="34" charset="-120"/>
              </a:rPr>
              <a:t>Kuartil</a:t>
            </a:r>
            <a:endParaRPr lang="en-US" sz="1800" dirty="0"/>
          </a:p>
        </p:txBody>
      </p:sp>
      <p:sp>
        <p:nvSpPr>
          <p:cNvPr id="14" name="Text 11"/>
          <p:cNvSpPr txBox="1"/>
          <p:nvPr/>
        </p:nvSpPr>
        <p:spPr>
          <a:xfrm>
            <a:off x="4480560" y="2267712"/>
            <a:ext cx="7040880" cy="694944"/>
          </a:xfrm>
          <a:prstGeom prst="rect">
            <a:avLst/>
          </a:prstGeom>
          <a:noFill/>
          <a:ln/>
        </p:spPr>
        <p:txBody>
          <a:bodyPr wrap="square" lIns="0" tIns="0" rIns="0" bIns="0" rtlCol="0" anchor="ctr"/>
          <a:lstStyle/>
          <a:p>
            <a:pPr marL="0" indent="0">
              <a:buNone/>
            </a:pPr>
            <a:r>
              <a:rPr lang="en-US" sz="1800" dirty="0">
                <a:solidFill>
                  <a:srgbClr val="505A66"/>
                </a:solidFill>
                <a:latin typeface="Arial" pitchFamily="34" charset="0"/>
                <a:ea typeface="Arial" pitchFamily="34" charset="-122"/>
                <a:cs typeface="Arial" pitchFamily="34" charset="-120"/>
              </a:rPr>
              <a:t>Q1 = 61 detik dan Q3 = 195 detik</a:t>
            </a:r>
            <a:endParaRPr lang="en-US" sz="1800" dirty="0"/>
          </a:p>
        </p:txBody>
      </p:sp>
      <p:sp>
        <p:nvSpPr>
          <p:cNvPr id="15" name="Shape 12"/>
          <p:cNvSpPr/>
          <p:nvPr/>
        </p:nvSpPr>
        <p:spPr>
          <a:xfrm>
            <a:off x="548640" y="3072384"/>
            <a:ext cx="11091672" cy="694944"/>
          </a:xfrm>
          <a:prstGeom prst="rect">
            <a:avLst/>
          </a:prstGeom>
          <a:solidFill>
            <a:srgbClr val="F1EFEA"/>
          </a:solidFill>
          <a:ln/>
        </p:spPr>
      </p:sp>
      <p:sp>
        <p:nvSpPr>
          <p:cNvPr id="16" name="Shape 13"/>
          <p:cNvSpPr/>
          <p:nvPr/>
        </p:nvSpPr>
        <p:spPr>
          <a:xfrm>
            <a:off x="731520" y="3200400"/>
            <a:ext cx="438912" cy="438912"/>
          </a:xfrm>
          <a:prstGeom prst="ellipse">
            <a:avLst/>
          </a:prstGeom>
          <a:solidFill>
            <a:srgbClr val="466018"/>
          </a:solidFill>
          <a:ln/>
        </p:spPr>
      </p:sp>
      <p:sp>
        <p:nvSpPr>
          <p:cNvPr id="17" name="Text 14"/>
          <p:cNvSpPr txBox="1"/>
          <p:nvPr/>
        </p:nvSpPr>
        <p:spPr>
          <a:xfrm>
            <a:off x="731520" y="3200400"/>
            <a:ext cx="438912" cy="438912"/>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8" name="Text 15"/>
          <p:cNvSpPr txBox="1"/>
          <p:nvPr/>
        </p:nvSpPr>
        <p:spPr>
          <a:xfrm>
            <a:off x="1417320" y="3072384"/>
            <a:ext cx="3017520" cy="694944"/>
          </a:xfrm>
          <a:prstGeom prst="rect">
            <a:avLst/>
          </a:prstGeom>
          <a:noFill/>
          <a:ln/>
        </p:spPr>
        <p:txBody>
          <a:bodyPr wrap="square" lIns="0" tIns="0" rIns="0" bIns="0" rtlCol="0" anchor="ctr"/>
          <a:lstStyle/>
          <a:p>
            <a:pPr marL="0" indent="0">
              <a:buNone/>
            </a:pPr>
            <a:r>
              <a:rPr lang="en-US" sz="1800" b="1" dirty="0">
                <a:solidFill>
                  <a:srgbClr val="1F2328"/>
                </a:solidFill>
                <a:latin typeface="Arial" pitchFamily="34" charset="0"/>
                <a:ea typeface="Arial" pitchFamily="34" charset="-122"/>
                <a:cs typeface="Arial" pitchFamily="34" charset="-120"/>
              </a:rPr>
              <a:t>Selisih kuartil</a:t>
            </a:r>
            <a:endParaRPr lang="en-US" sz="1800" dirty="0"/>
          </a:p>
        </p:txBody>
      </p:sp>
      <p:sp>
        <p:nvSpPr>
          <p:cNvPr id="19" name="Text 16"/>
          <p:cNvSpPr txBox="1"/>
          <p:nvPr/>
        </p:nvSpPr>
        <p:spPr>
          <a:xfrm>
            <a:off x="4480560" y="3072384"/>
            <a:ext cx="7040880" cy="694944"/>
          </a:xfrm>
          <a:prstGeom prst="rect">
            <a:avLst/>
          </a:prstGeom>
          <a:noFill/>
          <a:ln/>
        </p:spPr>
        <p:txBody>
          <a:bodyPr wrap="square" lIns="0" tIns="0" rIns="0" bIns="0" rtlCol="0" anchor="ctr"/>
          <a:lstStyle/>
          <a:p>
            <a:pPr marL="0" indent="0">
              <a:buNone/>
            </a:pPr>
            <a:r>
              <a:rPr lang="en-US" sz="1800" dirty="0">
                <a:solidFill>
                  <a:srgbClr val="505A66"/>
                </a:solidFill>
                <a:latin typeface="Arial" pitchFamily="34" charset="0"/>
                <a:ea typeface="Arial" pitchFamily="34" charset="-122"/>
                <a:cs typeface="Arial" pitchFamily="34" charset="-120"/>
              </a:rPr>
              <a:t>IQR = Q3 − Q1 = 195 − 61 = 134 detik</a:t>
            </a:r>
            <a:endParaRPr lang="en-US" sz="1800" dirty="0"/>
          </a:p>
        </p:txBody>
      </p:sp>
      <p:sp>
        <p:nvSpPr>
          <p:cNvPr id="20" name="Shape 17"/>
          <p:cNvSpPr/>
          <p:nvPr/>
        </p:nvSpPr>
        <p:spPr>
          <a:xfrm>
            <a:off x="548640" y="3877056"/>
            <a:ext cx="11091672" cy="694944"/>
          </a:xfrm>
          <a:prstGeom prst="rect">
            <a:avLst/>
          </a:prstGeom>
          <a:solidFill>
            <a:srgbClr val="F1EFEA"/>
          </a:solidFill>
          <a:ln/>
        </p:spPr>
      </p:sp>
      <p:sp>
        <p:nvSpPr>
          <p:cNvPr id="21" name="Shape 18"/>
          <p:cNvSpPr/>
          <p:nvPr/>
        </p:nvSpPr>
        <p:spPr>
          <a:xfrm>
            <a:off x="731520" y="4005072"/>
            <a:ext cx="438912" cy="438912"/>
          </a:xfrm>
          <a:prstGeom prst="ellipse">
            <a:avLst/>
          </a:prstGeom>
          <a:solidFill>
            <a:srgbClr val="466018"/>
          </a:solidFill>
          <a:ln/>
        </p:spPr>
      </p:sp>
      <p:sp>
        <p:nvSpPr>
          <p:cNvPr id="22" name="Text 19"/>
          <p:cNvSpPr txBox="1"/>
          <p:nvPr/>
        </p:nvSpPr>
        <p:spPr>
          <a:xfrm>
            <a:off x="731520" y="4005072"/>
            <a:ext cx="438912" cy="438912"/>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23" name="Text 20"/>
          <p:cNvSpPr txBox="1"/>
          <p:nvPr/>
        </p:nvSpPr>
        <p:spPr>
          <a:xfrm>
            <a:off x="1417320" y="3877056"/>
            <a:ext cx="3017520" cy="694944"/>
          </a:xfrm>
          <a:prstGeom prst="rect">
            <a:avLst/>
          </a:prstGeom>
          <a:noFill/>
          <a:ln/>
        </p:spPr>
        <p:txBody>
          <a:bodyPr wrap="square" lIns="0" tIns="0" rIns="0" bIns="0" rtlCol="0" anchor="ctr"/>
          <a:lstStyle/>
          <a:p>
            <a:pPr marL="0" indent="0">
              <a:buNone/>
            </a:pPr>
            <a:r>
              <a:rPr lang="en-US" sz="1800" b="1" dirty="0">
                <a:solidFill>
                  <a:srgbClr val="1F2328"/>
                </a:solidFill>
                <a:latin typeface="Arial" pitchFamily="34" charset="0"/>
                <a:ea typeface="Arial" pitchFamily="34" charset="-122"/>
                <a:cs typeface="Arial" pitchFamily="34" charset="-120"/>
              </a:rPr>
              <a:t>Pagar</a:t>
            </a:r>
            <a:endParaRPr lang="en-US" sz="1800" dirty="0"/>
          </a:p>
        </p:txBody>
      </p:sp>
      <p:sp>
        <p:nvSpPr>
          <p:cNvPr id="24" name="Text 21"/>
          <p:cNvSpPr txBox="1"/>
          <p:nvPr/>
        </p:nvSpPr>
        <p:spPr>
          <a:xfrm>
            <a:off x="4480560" y="3877056"/>
            <a:ext cx="7040880" cy="694944"/>
          </a:xfrm>
          <a:prstGeom prst="rect">
            <a:avLst/>
          </a:prstGeom>
          <a:noFill/>
          <a:ln/>
        </p:spPr>
        <p:txBody>
          <a:bodyPr wrap="square" lIns="0" tIns="0" rIns="0" bIns="0" rtlCol="0" anchor="ctr"/>
          <a:lstStyle/>
          <a:p>
            <a:pPr marL="0" indent="0">
              <a:buNone/>
            </a:pPr>
            <a:r>
              <a:rPr lang="en-US" sz="1800" dirty="0">
                <a:solidFill>
                  <a:srgbClr val="505A66"/>
                </a:solidFill>
                <a:latin typeface="Arial" pitchFamily="34" charset="0"/>
                <a:ea typeface="Arial" pitchFamily="34" charset="-122"/>
                <a:cs typeface="Arial" pitchFamily="34" charset="-120"/>
              </a:rPr>
              <a:t>Bawah: 61 − 1,5 × 134 = −140 · Atas: 195 + 1,5 × 134 = 396</a:t>
            </a:r>
            <a:endParaRPr lang="en-US" sz="1800" dirty="0"/>
          </a:p>
        </p:txBody>
      </p:sp>
      <p:sp>
        <p:nvSpPr>
          <p:cNvPr id="25" name="Shape 22"/>
          <p:cNvSpPr/>
          <p:nvPr/>
        </p:nvSpPr>
        <p:spPr>
          <a:xfrm>
            <a:off x="548640" y="4681728"/>
            <a:ext cx="11091672" cy="694944"/>
          </a:xfrm>
          <a:prstGeom prst="rect">
            <a:avLst/>
          </a:prstGeom>
          <a:solidFill>
            <a:srgbClr val="E6EDD6"/>
          </a:solidFill>
          <a:ln/>
        </p:spPr>
      </p:sp>
      <p:sp>
        <p:nvSpPr>
          <p:cNvPr id="26" name="Shape 23"/>
          <p:cNvSpPr/>
          <p:nvPr/>
        </p:nvSpPr>
        <p:spPr>
          <a:xfrm>
            <a:off x="731520" y="4809744"/>
            <a:ext cx="438912" cy="438912"/>
          </a:xfrm>
          <a:prstGeom prst="ellipse">
            <a:avLst/>
          </a:prstGeom>
          <a:solidFill>
            <a:srgbClr val="9C4A0B"/>
          </a:solidFill>
          <a:ln/>
        </p:spPr>
      </p:sp>
      <p:sp>
        <p:nvSpPr>
          <p:cNvPr id="27" name="Text 24"/>
          <p:cNvSpPr txBox="1"/>
          <p:nvPr/>
        </p:nvSpPr>
        <p:spPr>
          <a:xfrm>
            <a:off x="731520" y="4809744"/>
            <a:ext cx="438912" cy="438912"/>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5</a:t>
            </a:r>
            <a:endParaRPr lang="en-US" sz="1600" dirty="0"/>
          </a:p>
        </p:txBody>
      </p:sp>
      <p:sp>
        <p:nvSpPr>
          <p:cNvPr id="28" name="Text 25"/>
          <p:cNvSpPr txBox="1"/>
          <p:nvPr/>
        </p:nvSpPr>
        <p:spPr>
          <a:xfrm>
            <a:off x="1417320" y="4681728"/>
            <a:ext cx="3017520" cy="694944"/>
          </a:xfrm>
          <a:prstGeom prst="rect">
            <a:avLst/>
          </a:prstGeom>
          <a:noFill/>
          <a:ln/>
        </p:spPr>
        <p:txBody>
          <a:bodyPr wrap="square" lIns="0" tIns="0" rIns="0" bIns="0" rtlCol="0" anchor="ctr"/>
          <a:lstStyle/>
          <a:p>
            <a:pPr marL="0" indent="0">
              <a:buNone/>
            </a:pPr>
            <a:r>
              <a:rPr lang="en-US" sz="1800" b="1" dirty="0">
                <a:solidFill>
                  <a:srgbClr val="1F2328"/>
                </a:solidFill>
                <a:latin typeface="Arial" pitchFamily="34" charset="0"/>
                <a:ea typeface="Arial" pitchFamily="34" charset="-122"/>
                <a:cs typeface="Arial" pitchFamily="34" charset="-120"/>
              </a:rPr>
              <a:t>Uji tiap data</a:t>
            </a:r>
            <a:endParaRPr lang="en-US" sz="1800" dirty="0"/>
          </a:p>
        </p:txBody>
      </p:sp>
      <p:sp>
        <p:nvSpPr>
          <p:cNvPr id="29" name="Text 26"/>
          <p:cNvSpPr txBox="1"/>
          <p:nvPr/>
        </p:nvSpPr>
        <p:spPr>
          <a:xfrm>
            <a:off x="4480560" y="4681728"/>
            <a:ext cx="7040880" cy="694944"/>
          </a:xfrm>
          <a:prstGeom prst="rect">
            <a:avLst/>
          </a:prstGeom>
          <a:noFill/>
          <a:ln/>
        </p:spPr>
        <p:txBody>
          <a:bodyPr wrap="square" lIns="0" tIns="0" rIns="0" bIns="0" rtlCol="0" anchor="ctr"/>
          <a:lstStyle/>
          <a:p>
            <a:pPr marL="0" indent="0">
              <a:buNone/>
            </a:pPr>
            <a:r>
              <a:rPr lang="en-US" sz="1800" dirty="0">
                <a:solidFill>
                  <a:srgbClr val="505A66"/>
                </a:solidFill>
                <a:latin typeface="Arial" pitchFamily="34" charset="0"/>
                <a:ea typeface="Arial" pitchFamily="34" charset="-122"/>
                <a:cs typeface="Arial" pitchFamily="34" charset="-120"/>
              </a:rPr>
              <a:t>334 ≤ 396: valid · 482 &gt; 396: pencilan</a:t>
            </a:r>
            <a:endParaRPr lang="en-US" sz="1800" dirty="0"/>
          </a:p>
        </p:txBody>
      </p:sp>
      <p:sp>
        <p:nvSpPr>
          <p:cNvPr id="30" name="Text 27"/>
          <p:cNvSpPr txBox="1"/>
          <p:nvPr/>
        </p:nvSpPr>
        <p:spPr>
          <a:xfrm>
            <a:off x="548640" y="5577840"/>
            <a:ext cx="11064240" cy="548640"/>
          </a:xfrm>
          <a:prstGeom prst="rect">
            <a:avLst/>
          </a:prstGeom>
          <a:noFill/>
          <a:ln/>
        </p:spPr>
        <p:txBody>
          <a:bodyPr wrap="square" lIns="0" tIns="0" rIns="0" bIns="0" rtlCol="0" anchor="t"/>
          <a:lstStyle/>
          <a:p>
            <a:pPr marL="0" indent="0">
              <a:buNone/>
            </a:pPr>
            <a:r>
              <a:rPr lang="en-US" sz="1600" dirty="0">
                <a:solidFill>
                  <a:srgbClr val="1F2328"/>
                </a:solidFill>
                <a:latin typeface="Arial" pitchFamily="34" charset="0"/>
                <a:ea typeface="Arial" pitchFamily="34" charset="-122"/>
                <a:cs typeface="Arial" pitchFamily="34" charset="-120"/>
              </a:rPr>
              <a:t>Hasil: 6 pencilan (482; 492; 500; 508; 518; 530) ditandai dan dipertahankan, 71 data berada di bawah pagar.</a:t>
            </a:r>
            <a:endParaRPr lang="en-US" sz="1600" dirty="0"/>
          </a:p>
        </p:txBody>
      </p:sp>
      <p:sp>
        <p:nvSpPr>
          <p:cNvPr id="4" name="Slide Number Placeholder 0"/>
          <p:cNvSpPr>
            <a:spLocks noGrp="1"/>
          </p:cNvSpPr>
          <p:nvPr>
            <p:ph type="sldNum" sz="quarter" idx="4294967295"/>
          </p:nvPr>
        </p:nvSpPr>
        <p:spPr>
          <a:xfrm>
            <a:off x="10725912" y="274320"/>
            <a:ext cx="91440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200">
                <a:solidFill>
                  <a:srgbClr val="6B7A89"/>
                </a:solidFill>
                <a:latin typeface="Arial"/>
                <a:ea typeface="Arial"/>
                <a:cs typeface="Aria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t"/>
          <a:lstStyle/>
          <a:p>
            <a:pPr marL="0" indent="0">
              <a:buNone/>
            </a:pPr>
            <a:r>
              <a:rPr lang="en-US" sz="1200" b="1" kern="0" spc="300" dirty="0">
                <a:solidFill>
                  <a:srgbClr val="466018"/>
                </a:solidFill>
                <a:latin typeface="Arial" pitchFamily="34" charset="0"/>
                <a:ea typeface="Arial" pitchFamily="34" charset="-122"/>
                <a:cs typeface="Arial" pitchFamily="34" charset="-120"/>
              </a:rPr>
              <a:t>11  ·  PEMERIKSAAN</a:t>
            </a:r>
            <a:endParaRPr lang="en-US" sz="1200" dirty="0"/>
          </a:p>
        </p:txBody>
      </p:sp>
      <p:sp>
        <p:nvSpPr>
          <p:cNvPr id="3" name="Text 1"/>
          <p:cNvSpPr txBox="1"/>
          <p:nvPr/>
        </p:nvSpPr>
        <p:spPr>
          <a:xfrm>
            <a:off x="548640" y="640080"/>
            <a:ext cx="11064240" cy="777240"/>
          </a:xfrm>
          <a:prstGeom prst="rect">
            <a:avLst/>
          </a:prstGeom>
          <a:noFill/>
          <a:ln/>
        </p:spPr>
        <p:txBody>
          <a:bodyPr wrap="square" lIns="0" tIns="0" rIns="0" bIns="0" rtlCol="0" anchor="ctr"/>
          <a:lstStyle/>
          <a:p>
            <a:pPr marL="0" indent="0">
              <a:buNone/>
            </a:pPr>
            <a:r>
              <a:rPr lang="en-US" sz="3000" b="1" dirty="0">
                <a:solidFill>
                  <a:srgbClr val="1F2328"/>
                </a:solidFill>
                <a:latin typeface="Arial" pitchFamily="34" charset="0"/>
                <a:ea typeface="Arial" pitchFamily="34" charset="-122"/>
                <a:cs typeface="Arial" pitchFamily="34" charset="-120"/>
              </a:rPr>
              <a:t>Enam kunjungan panjang mengangkat rata-rata 24%</a:t>
            </a:r>
            <a:endParaRPr lang="en-US" sz="3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6766560" cy="914400"/>
        </p:xfrm>
        <a:graphic>
          <a:graphicData uri="http://schemas.openxmlformats.org/drawingml/2006/table">
            <a:tbl>
              <a:tblPr/>
              <a:tblGrid>
                <a:gridCol w="265176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tblGrid>
              <a:tr h="594360">
                <a:tc>
                  <a:txBody>
                    <a:bodyPr/>
                    <a:lstStyle/>
                    <a:p>
                      <a:pPr marL="0" indent="0">
                        <a:buNone/>
                      </a:pPr>
                      <a:r>
                        <a:rPr lang="en-US" sz="1800" b="1" dirty="0">
                          <a:solidFill>
                            <a:srgbClr val="FFFFFF"/>
                          </a:solidFill>
                          <a:latin typeface="Arial" pitchFamily="34" charset="0"/>
                          <a:ea typeface="Arial" pitchFamily="34" charset="-122"/>
                          <a:cs typeface="Arial" pitchFamily="34" charset="-120"/>
                        </a:rPr>
                        <a:t>Ukuran (detik)</a:t>
                      </a:r>
                      <a:endParaRPr lang="en-US" sz="1800" dirty="0">
                        <a:latin typeface="Arial" charset="0"/>
                        <a:ea typeface="Arial" charset="0"/>
                        <a:cs typeface="Arial" charset="0"/>
                      </a:endParaRPr>
                    </a:p>
                  </a:txBody>
                  <a:tcPr anchor="ctr">
                    <a:lnL w="9525" cap="flat" cmpd="sng" algn="ctr">
                      <a:solidFill>
                        <a:srgbClr val="C9D2D8"/>
                      </a:solidFill>
                      <a:prstDash val="solid"/>
                      <a:round/>
                      <a:headEnd type="none" w="med" len="med"/>
                      <a:tailEnd type="none" w="med" len="med"/>
                    </a:lnL>
                    <a:lnR w="9525" cap="flat" cmpd="sng" algn="ctr">
                      <a:solidFill>
                        <a:srgbClr val="C9D2D8"/>
                      </a:solidFill>
                      <a:prstDash val="solid"/>
                      <a:round/>
                      <a:headEnd type="none" w="med" len="med"/>
                      <a:tailEnd type="none" w="med" len="med"/>
                    </a:lnR>
                    <a:lnT w="9525" cap="flat" cmpd="sng" algn="ctr">
                      <a:solidFill>
                        <a:srgbClr val="C9D2D8"/>
                      </a:solidFill>
                      <a:prstDash val="solid"/>
                      <a:round/>
                      <a:headEnd type="none" w="med" len="med"/>
                      <a:tailEnd type="none" w="med" len="med"/>
                    </a:lnT>
                    <a:lnB w="9525" cap="flat" cmpd="sng" algn="ctr">
                      <a:solidFill>
                        <a:srgbClr val="C9D2D8"/>
                      </a:solidFill>
                      <a:prstDash val="solid"/>
                      <a:round/>
                      <a:headEnd type="none" w="med" len="med"/>
                      <a:tailEnd type="none" w="med" len="med"/>
                    </a:lnB>
                    <a:solidFill>
                      <a:srgbClr val="1F2328"/>
                    </a:solidFill>
                  </a:tcPr>
                </a:tc>
                <a:tc>
                  <a:txBody>
                    <a:bodyPr/>
                    <a:lstStyle/>
                    <a:p>
                      <a:pPr marL="0" indent="0">
                        <a:buNone/>
                      </a:pPr>
                      <a:r>
                        <a:rPr lang="en-US" sz="1800" b="1" dirty="0">
                          <a:solidFill>
                            <a:srgbClr val="FFFFFF"/>
                          </a:solidFill>
                          <a:latin typeface="Arial" pitchFamily="34" charset="0"/>
                          <a:ea typeface="Arial" pitchFamily="34" charset="-122"/>
                          <a:cs typeface="Arial" pitchFamily="34" charset="-120"/>
                        </a:rPr>
                        <a:t>Semua (77)</a:t>
                      </a:r>
                      <a:endParaRPr lang="en-US" sz="1800" dirty="0">
                        <a:latin typeface="Arial" charset="0"/>
                        <a:ea typeface="Arial" charset="0"/>
                        <a:cs typeface="Arial" charset="0"/>
                      </a:endParaRPr>
                    </a:p>
                  </a:txBody>
                  <a:tcPr anchor="ctr">
                    <a:lnL w="9525" cap="flat" cmpd="sng" algn="ctr">
                      <a:solidFill>
                        <a:srgbClr val="C9D2D8"/>
                      </a:solidFill>
                      <a:prstDash val="solid"/>
                      <a:round/>
                      <a:headEnd type="none" w="med" len="med"/>
                      <a:tailEnd type="none" w="med" len="med"/>
                    </a:lnL>
                    <a:lnR w="9525" cap="flat" cmpd="sng" algn="ctr">
                      <a:solidFill>
                        <a:srgbClr val="C9D2D8"/>
                      </a:solidFill>
                      <a:prstDash val="solid"/>
                      <a:round/>
                      <a:headEnd type="none" w="med" len="med"/>
                      <a:tailEnd type="none" w="med" len="med"/>
                    </a:lnR>
                    <a:lnT w="9525" cap="flat" cmpd="sng" algn="ctr">
                      <a:solidFill>
                        <a:srgbClr val="C9D2D8"/>
                      </a:solidFill>
                      <a:prstDash val="solid"/>
                      <a:round/>
                      <a:headEnd type="none" w="med" len="med"/>
                      <a:tailEnd type="none" w="med" len="med"/>
                    </a:lnT>
                    <a:lnB w="9525" cap="flat" cmpd="sng" algn="ctr">
                      <a:solidFill>
                        <a:srgbClr val="C9D2D8"/>
                      </a:solidFill>
                      <a:prstDash val="solid"/>
                      <a:round/>
                      <a:headEnd type="none" w="med" len="med"/>
                      <a:tailEnd type="none" w="med" len="med"/>
                    </a:lnB>
                    <a:solidFill>
                      <a:srgbClr val="1F2328"/>
                    </a:solidFill>
                  </a:tcPr>
                </a:tc>
                <a:tc>
                  <a:txBody>
                    <a:bodyPr/>
                    <a:lstStyle/>
                    <a:p>
                      <a:pPr marL="0" indent="0">
                        <a:buNone/>
                      </a:pPr>
                      <a:r>
                        <a:rPr lang="en-US" sz="1800" b="1" dirty="0">
                          <a:solidFill>
                            <a:srgbClr val="FFFFFF"/>
                          </a:solidFill>
                          <a:latin typeface="Arial" pitchFamily="34" charset="0"/>
                          <a:ea typeface="Arial" pitchFamily="34" charset="-122"/>
                          <a:cs typeface="Arial" pitchFamily="34" charset="-120"/>
                        </a:rPr>
                        <a:t>Tanpa pencilan (71)</a:t>
                      </a:r>
                      <a:endParaRPr lang="en-US" sz="1800" dirty="0">
                        <a:latin typeface="Arial" charset="0"/>
                        <a:ea typeface="Arial" charset="0"/>
                        <a:cs typeface="Arial" charset="0"/>
                      </a:endParaRPr>
                    </a:p>
                  </a:txBody>
                  <a:tcPr anchor="ctr">
                    <a:lnL w="9525" cap="flat" cmpd="sng" algn="ctr">
                      <a:solidFill>
                        <a:srgbClr val="C9D2D8"/>
                      </a:solidFill>
                      <a:prstDash val="solid"/>
                      <a:round/>
                      <a:headEnd type="none" w="med" len="med"/>
                      <a:tailEnd type="none" w="med" len="med"/>
                    </a:lnL>
                    <a:lnR w="9525" cap="flat" cmpd="sng" algn="ctr">
                      <a:solidFill>
                        <a:srgbClr val="C9D2D8"/>
                      </a:solidFill>
                      <a:prstDash val="solid"/>
                      <a:round/>
                      <a:headEnd type="none" w="med" len="med"/>
                      <a:tailEnd type="none" w="med" len="med"/>
                    </a:lnR>
                    <a:lnT w="9525" cap="flat" cmpd="sng" algn="ctr">
                      <a:solidFill>
                        <a:srgbClr val="C9D2D8"/>
                      </a:solidFill>
                      <a:prstDash val="solid"/>
                      <a:round/>
                      <a:headEnd type="none" w="med" len="med"/>
                      <a:tailEnd type="none" w="med" len="med"/>
                    </a:lnT>
                    <a:lnB w="9525" cap="flat" cmpd="sng" algn="ctr">
                      <a:solidFill>
                        <a:srgbClr val="C9D2D8"/>
                      </a:solidFill>
                      <a:prstDash val="solid"/>
                      <a:round/>
                      <a:headEnd type="none" w="med" len="med"/>
                      <a:tailEnd type="none" w="med" len="med"/>
                    </a:lnB>
                    <a:solidFill>
                      <a:srgbClr val="1F2328"/>
                    </a:solidFill>
                  </a:tcPr>
                </a:tc>
                <a:extLst>
                  <a:ext uri="{0D108BD9-81ED-4DB2-BD59-A6C34878D82A}">
                    <a16:rowId xmlns:a16="http://schemas.microsoft.com/office/drawing/2014/main" val="10000"/>
                  </a:ext>
                </a:extLst>
              </a:tr>
              <a:tr h="594360">
                <a:tc>
                  <a:txBody>
                    <a:bodyPr/>
                    <a:lstStyle/>
                    <a:p>
                      <a:pPr marL="0" indent="0">
                        <a:buNone/>
                      </a:pPr>
                      <a:r>
                        <a:rPr lang="en-US" sz="1800" dirty="0">
                          <a:solidFill>
                            <a:srgbClr val="1F2328"/>
                          </a:solidFill>
                          <a:latin typeface="Arial" pitchFamily="34" charset="0"/>
                          <a:ea typeface="Arial" pitchFamily="34" charset="-122"/>
                          <a:cs typeface="Arial" pitchFamily="34" charset="-120"/>
                        </a:rPr>
                        <a:t>Rata-rata</a:t>
                      </a:r>
                      <a:endParaRPr lang="en-US" sz="1800" dirty="0">
                        <a:latin typeface="Arial" charset="0"/>
                        <a:ea typeface="Arial" charset="0"/>
                        <a:cs typeface="Arial" charset="0"/>
                      </a:endParaRPr>
                    </a:p>
                  </a:txBody>
                  <a:tcPr anchor="ctr">
                    <a:lnL w="9525" cap="flat" cmpd="sng" algn="ctr">
                      <a:solidFill>
                        <a:srgbClr val="C9D2D8"/>
                      </a:solidFill>
                      <a:prstDash val="solid"/>
                      <a:round/>
                      <a:headEnd type="none" w="med" len="med"/>
                      <a:tailEnd type="none" w="med" len="med"/>
                    </a:lnL>
                    <a:lnR w="9525" cap="flat" cmpd="sng" algn="ctr">
                      <a:solidFill>
                        <a:srgbClr val="C9D2D8"/>
                      </a:solidFill>
                      <a:prstDash val="solid"/>
                      <a:round/>
                      <a:headEnd type="none" w="med" len="med"/>
                      <a:tailEnd type="none" w="med" len="med"/>
                    </a:lnR>
                    <a:lnT w="9525" cap="flat" cmpd="sng" algn="ctr">
                      <a:solidFill>
                        <a:srgbClr val="C9D2D8"/>
                      </a:solidFill>
                      <a:prstDash val="solid"/>
                      <a:round/>
                      <a:headEnd type="none" w="med" len="med"/>
                      <a:tailEnd type="none" w="med" len="med"/>
                    </a:lnT>
                    <a:lnB w="9525" cap="flat" cmpd="sng" algn="ctr">
                      <a:solidFill>
                        <a:srgbClr val="C9D2D8"/>
                      </a:solidFill>
                      <a:prstDash val="solid"/>
                      <a:round/>
                      <a:headEnd type="none" w="med" len="med"/>
                      <a:tailEnd type="none" w="med" len="med"/>
                    </a:lnB>
                  </a:tcPr>
                </a:tc>
                <a:tc>
                  <a:txBody>
                    <a:bodyPr/>
                    <a:lstStyle/>
                    <a:p>
                      <a:pPr marL="0" indent="0">
                        <a:buNone/>
                      </a:pPr>
                      <a:r>
                        <a:rPr lang="en-US" sz="1800" dirty="0">
                          <a:solidFill>
                            <a:srgbClr val="1F2328"/>
                          </a:solidFill>
                          <a:latin typeface="Arial" pitchFamily="34" charset="0"/>
                          <a:ea typeface="Arial" pitchFamily="34" charset="-122"/>
                          <a:cs typeface="Arial" pitchFamily="34" charset="-120"/>
                        </a:rPr>
                        <a:t>153,2</a:t>
                      </a:r>
                      <a:endParaRPr lang="en-US" sz="1800" dirty="0">
                        <a:latin typeface="Arial" charset="0"/>
                        <a:ea typeface="Arial" charset="0"/>
                        <a:cs typeface="Arial" charset="0"/>
                      </a:endParaRPr>
                    </a:p>
                  </a:txBody>
                  <a:tcPr anchor="ctr">
                    <a:lnL w="9525" cap="flat" cmpd="sng" algn="ctr">
                      <a:solidFill>
                        <a:srgbClr val="C9D2D8"/>
                      </a:solidFill>
                      <a:prstDash val="solid"/>
                      <a:round/>
                      <a:headEnd type="none" w="med" len="med"/>
                      <a:tailEnd type="none" w="med" len="med"/>
                    </a:lnL>
                    <a:lnR w="9525" cap="flat" cmpd="sng" algn="ctr">
                      <a:solidFill>
                        <a:srgbClr val="C9D2D8"/>
                      </a:solidFill>
                      <a:prstDash val="solid"/>
                      <a:round/>
                      <a:headEnd type="none" w="med" len="med"/>
                      <a:tailEnd type="none" w="med" len="med"/>
                    </a:lnR>
                    <a:lnT w="9525" cap="flat" cmpd="sng" algn="ctr">
                      <a:solidFill>
                        <a:srgbClr val="C9D2D8"/>
                      </a:solidFill>
                      <a:prstDash val="solid"/>
                      <a:round/>
                      <a:headEnd type="none" w="med" len="med"/>
                      <a:tailEnd type="none" w="med" len="med"/>
                    </a:lnT>
                    <a:lnB w="9525" cap="flat" cmpd="sng" algn="ctr">
                      <a:solidFill>
                        <a:srgbClr val="C9D2D8"/>
                      </a:solidFill>
                      <a:prstDash val="solid"/>
                      <a:round/>
                      <a:headEnd type="none" w="med" len="med"/>
                      <a:tailEnd type="none" w="med" len="med"/>
                    </a:lnB>
                  </a:tcPr>
                </a:tc>
                <a:tc>
                  <a:txBody>
                    <a:bodyPr/>
                    <a:lstStyle/>
                    <a:p>
                      <a:pPr marL="0" indent="0">
                        <a:buNone/>
                      </a:pPr>
                      <a:r>
                        <a:rPr lang="en-US" sz="1800" dirty="0">
                          <a:solidFill>
                            <a:srgbClr val="1F2328"/>
                          </a:solidFill>
                          <a:latin typeface="Arial" pitchFamily="34" charset="0"/>
                          <a:ea typeface="Arial" pitchFamily="34" charset="-122"/>
                          <a:cs typeface="Arial" pitchFamily="34" charset="-120"/>
                        </a:rPr>
                        <a:t>123,5</a:t>
                      </a:r>
                      <a:endParaRPr lang="en-US" sz="1800" dirty="0">
                        <a:latin typeface="Arial" charset="0"/>
                        <a:ea typeface="Arial" charset="0"/>
                        <a:cs typeface="Arial" charset="0"/>
                      </a:endParaRPr>
                    </a:p>
                  </a:txBody>
                  <a:tcPr anchor="ctr">
                    <a:lnL w="9525" cap="flat" cmpd="sng" algn="ctr">
                      <a:solidFill>
                        <a:srgbClr val="C9D2D8"/>
                      </a:solidFill>
                      <a:prstDash val="solid"/>
                      <a:round/>
                      <a:headEnd type="none" w="med" len="med"/>
                      <a:tailEnd type="none" w="med" len="med"/>
                    </a:lnL>
                    <a:lnR w="9525" cap="flat" cmpd="sng" algn="ctr">
                      <a:solidFill>
                        <a:srgbClr val="C9D2D8"/>
                      </a:solidFill>
                      <a:prstDash val="solid"/>
                      <a:round/>
                      <a:headEnd type="none" w="med" len="med"/>
                      <a:tailEnd type="none" w="med" len="med"/>
                    </a:lnR>
                    <a:lnT w="9525" cap="flat" cmpd="sng" algn="ctr">
                      <a:solidFill>
                        <a:srgbClr val="C9D2D8"/>
                      </a:solidFill>
                      <a:prstDash val="solid"/>
                      <a:round/>
                      <a:headEnd type="none" w="med" len="med"/>
                      <a:tailEnd type="none" w="med" len="med"/>
                    </a:lnT>
                    <a:lnB w="9525" cap="flat" cmpd="sng" algn="ctr">
                      <a:solidFill>
                        <a:srgbClr val="C9D2D8"/>
                      </a:solidFill>
                      <a:prstDash val="solid"/>
                      <a:round/>
                      <a:headEnd type="none" w="med" len="med"/>
                      <a:tailEnd type="none" w="med" len="med"/>
                    </a:lnB>
                  </a:tcPr>
                </a:tc>
                <a:extLst>
                  <a:ext uri="{0D108BD9-81ED-4DB2-BD59-A6C34878D82A}">
                    <a16:rowId xmlns:a16="http://schemas.microsoft.com/office/drawing/2014/main" val="10001"/>
                  </a:ext>
                </a:extLst>
              </a:tr>
              <a:tr h="594360">
                <a:tc>
                  <a:txBody>
                    <a:bodyPr/>
                    <a:lstStyle/>
                    <a:p>
                      <a:pPr marL="0" indent="0">
                        <a:buNone/>
                      </a:pPr>
                      <a:r>
                        <a:rPr lang="en-US" sz="1800" dirty="0">
                          <a:solidFill>
                            <a:srgbClr val="1F2328"/>
                          </a:solidFill>
                          <a:latin typeface="Arial" pitchFamily="34" charset="0"/>
                          <a:ea typeface="Arial" pitchFamily="34" charset="-122"/>
                          <a:cs typeface="Arial" pitchFamily="34" charset="-120"/>
                        </a:rPr>
                        <a:t>Median</a:t>
                      </a:r>
                      <a:endParaRPr lang="en-US" sz="1800" dirty="0">
                        <a:latin typeface="Arial" charset="0"/>
                        <a:ea typeface="Arial" charset="0"/>
                        <a:cs typeface="Arial" charset="0"/>
                      </a:endParaRPr>
                    </a:p>
                  </a:txBody>
                  <a:tcPr anchor="ctr">
                    <a:lnL w="9525" cap="flat" cmpd="sng" algn="ctr">
                      <a:solidFill>
                        <a:srgbClr val="C9D2D8"/>
                      </a:solidFill>
                      <a:prstDash val="solid"/>
                      <a:round/>
                      <a:headEnd type="none" w="med" len="med"/>
                      <a:tailEnd type="none" w="med" len="med"/>
                    </a:lnL>
                    <a:lnR w="9525" cap="flat" cmpd="sng" algn="ctr">
                      <a:solidFill>
                        <a:srgbClr val="C9D2D8"/>
                      </a:solidFill>
                      <a:prstDash val="solid"/>
                      <a:round/>
                      <a:headEnd type="none" w="med" len="med"/>
                      <a:tailEnd type="none" w="med" len="med"/>
                    </a:lnR>
                    <a:lnT w="9525" cap="flat" cmpd="sng" algn="ctr">
                      <a:solidFill>
                        <a:srgbClr val="C9D2D8"/>
                      </a:solidFill>
                      <a:prstDash val="solid"/>
                      <a:round/>
                      <a:headEnd type="none" w="med" len="med"/>
                      <a:tailEnd type="none" w="med" len="med"/>
                    </a:lnT>
                    <a:lnB w="9525" cap="flat" cmpd="sng" algn="ctr">
                      <a:solidFill>
                        <a:srgbClr val="C9D2D8"/>
                      </a:solidFill>
                      <a:prstDash val="solid"/>
                      <a:round/>
                      <a:headEnd type="none" w="med" len="med"/>
                      <a:tailEnd type="none" w="med" len="med"/>
                    </a:lnB>
                  </a:tcPr>
                </a:tc>
                <a:tc>
                  <a:txBody>
                    <a:bodyPr/>
                    <a:lstStyle/>
                    <a:p>
                      <a:pPr marL="0" indent="0">
                        <a:buNone/>
                      </a:pPr>
                      <a:r>
                        <a:rPr lang="en-US" sz="1800" dirty="0">
                          <a:solidFill>
                            <a:srgbClr val="1F2328"/>
                          </a:solidFill>
                          <a:latin typeface="Arial" pitchFamily="34" charset="0"/>
                          <a:ea typeface="Arial" pitchFamily="34" charset="-122"/>
                          <a:cs typeface="Arial" pitchFamily="34" charset="-120"/>
                        </a:rPr>
                        <a:t>107</a:t>
                      </a:r>
                      <a:endParaRPr lang="en-US" sz="1800" dirty="0">
                        <a:latin typeface="Arial" charset="0"/>
                        <a:ea typeface="Arial" charset="0"/>
                        <a:cs typeface="Arial" charset="0"/>
                      </a:endParaRPr>
                    </a:p>
                  </a:txBody>
                  <a:tcPr anchor="ctr">
                    <a:lnL w="9525" cap="flat" cmpd="sng" algn="ctr">
                      <a:solidFill>
                        <a:srgbClr val="C9D2D8"/>
                      </a:solidFill>
                      <a:prstDash val="solid"/>
                      <a:round/>
                      <a:headEnd type="none" w="med" len="med"/>
                      <a:tailEnd type="none" w="med" len="med"/>
                    </a:lnL>
                    <a:lnR w="9525" cap="flat" cmpd="sng" algn="ctr">
                      <a:solidFill>
                        <a:srgbClr val="C9D2D8"/>
                      </a:solidFill>
                      <a:prstDash val="solid"/>
                      <a:round/>
                      <a:headEnd type="none" w="med" len="med"/>
                      <a:tailEnd type="none" w="med" len="med"/>
                    </a:lnR>
                    <a:lnT w="9525" cap="flat" cmpd="sng" algn="ctr">
                      <a:solidFill>
                        <a:srgbClr val="C9D2D8"/>
                      </a:solidFill>
                      <a:prstDash val="solid"/>
                      <a:round/>
                      <a:headEnd type="none" w="med" len="med"/>
                      <a:tailEnd type="none" w="med" len="med"/>
                    </a:lnT>
                    <a:lnB w="9525" cap="flat" cmpd="sng" algn="ctr">
                      <a:solidFill>
                        <a:srgbClr val="C9D2D8"/>
                      </a:solidFill>
                      <a:prstDash val="solid"/>
                      <a:round/>
                      <a:headEnd type="none" w="med" len="med"/>
                      <a:tailEnd type="none" w="med" len="med"/>
                    </a:lnB>
                  </a:tcPr>
                </a:tc>
                <a:tc>
                  <a:txBody>
                    <a:bodyPr/>
                    <a:lstStyle/>
                    <a:p>
                      <a:pPr marL="0" indent="0">
                        <a:buNone/>
                      </a:pPr>
                      <a:r>
                        <a:rPr lang="en-US" sz="1800" dirty="0">
                          <a:solidFill>
                            <a:srgbClr val="1F2328"/>
                          </a:solidFill>
                          <a:latin typeface="Arial" pitchFamily="34" charset="0"/>
                          <a:ea typeface="Arial" pitchFamily="34" charset="-122"/>
                          <a:cs typeface="Arial" pitchFamily="34" charset="-120"/>
                        </a:rPr>
                        <a:t>101</a:t>
                      </a:r>
                      <a:endParaRPr lang="en-US" sz="1800" dirty="0">
                        <a:latin typeface="Arial" charset="0"/>
                        <a:ea typeface="Arial" charset="0"/>
                        <a:cs typeface="Arial" charset="0"/>
                      </a:endParaRPr>
                    </a:p>
                  </a:txBody>
                  <a:tcPr anchor="ctr">
                    <a:lnL w="9525" cap="flat" cmpd="sng" algn="ctr">
                      <a:solidFill>
                        <a:srgbClr val="C9D2D8"/>
                      </a:solidFill>
                      <a:prstDash val="solid"/>
                      <a:round/>
                      <a:headEnd type="none" w="med" len="med"/>
                      <a:tailEnd type="none" w="med" len="med"/>
                    </a:lnL>
                    <a:lnR w="9525" cap="flat" cmpd="sng" algn="ctr">
                      <a:solidFill>
                        <a:srgbClr val="C9D2D8"/>
                      </a:solidFill>
                      <a:prstDash val="solid"/>
                      <a:round/>
                      <a:headEnd type="none" w="med" len="med"/>
                      <a:tailEnd type="none" w="med" len="med"/>
                    </a:lnR>
                    <a:lnT w="9525" cap="flat" cmpd="sng" algn="ctr">
                      <a:solidFill>
                        <a:srgbClr val="C9D2D8"/>
                      </a:solidFill>
                      <a:prstDash val="solid"/>
                      <a:round/>
                      <a:headEnd type="none" w="med" len="med"/>
                      <a:tailEnd type="none" w="med" len="med"/>
                    </a:lnT>
                    <a:lnB w="9525" cap="flat" cmpd="sng" algn="ctr">
                      <a:solidFill>
                        <a:srgbClr val="C9D2D8"/>
                      </a:solidFill>
                      <a:prstDash val="solid"/>
                      <a:round/>
                      <a:headEnd type="none" w="med" len="med"/>
                      <a:tailEnd type="none" w="med" len="med"/>
                    </a:lnB>
                  </a:tcPr>
                </a:tc>
                <a:extLst>
                  <a:ext uri="{0D108BD9-81ED-4DB2-BD59-A6C34878D82A}">
                    <a16:rowId xmlns:a16="http://schemas.microsoft.com/office/drawing/2014/main" val="10002"/>
                  </a:ext>
                </a:extLst>
              </a:tr>
              <a:tr h="594360">
                <a:tc>
                  <a:txBody>
                    <a:bodyPr/>
                    <a:lstStyle/>
                    <a:p>
                      <a:pPr marL="0" indent="0">
                        <a:buNone/>
                      </a:pPr>
                      <a:r>
                        <a:rPr lang="en-US" sz="1800" dirty="0">
                          <a:solidFill>
                            <a:srgbClr val="1F2328"/>
                          </a:solidFill>
                          <a:latin typeface="Arial" pitchFamily="34" charset="0"/>
                          <a:ea typeface="Arial" pitchFamily="34" charset="-122"/>
                          <a:cs typeface="Arial" pitchFamily="34" charset="-120"/>
                        </a:rPr>
                        <a:t>Simpangan baku</a:t>
                      </a:r>
                      <a:endParaRPr lang="en-US" sz="1800" dirty="0">
                        <a:latin typeface="Arial" charset="0"/>
                        <a:ea typeface="Arial" charset="0"/>
                        <a:cs typeface="Arial" charset="0"/>
                      </a:endParaRPr>
                    </a:p>
                  </a:txBody>
                  <a:tcPr anchor="ctr">
                    <a:lnL w="9525" cap="flat" cmpd="sng" algn="ctr">
                      <a:solidFill>
                        <a:srgbClr val="C9D2D8"/>
                      </a:solidFill>
                      <a:prstDash val="solid"/>
                      <a:round/>
                      <a:headEnd type="none" w="med" len="med"/>
                      <a:tailEnd type="none" w="med" len="med"/>
                    </a:lnL>
                    <a:lnR w="9525" cap="flat" cmpd="sng" algn="ctr">
                      <a:solidFill>
                        <a:srgbClr val="C9D2D8"/>
                      </a:solidFill>
                      <a:prstDash val="solid"/>
                      <a:round/>
                      <a:headEnd type="none" w="med" len="med"/>
                      <a:tailEnd type="none" w="med" len="med"/>
                    </a:lnR>
                    <a:lnT w="9525" cap="flat" cmpd="sng" algn="ctr">
                      <a:solidFill>
                        <a:srgbClr val="C9D2D8"/>
                      </a:solidFill>
                      <a:prstDash val="solid"/>
                      <a:round/>
                      <a:headEnd type="none" w="med" len="med"/>
                      <a:tailEnd type="none" w="med" len="med"/>
                    </a:lnT>
                    <a:lnB w="9525" cap="flat" cmpd="sng" algn="ctr">
                      <a:solidFill>
                        <a:srgbClr val="C9D2D8"/>
                      </a:solidFill>
                      <a:prstDash val="solid"/>
                      <a:round/>
                      <a:headEnd type="none" w="med" len="med"/>
                      <a:tailEnd type="none" w="med" len="med"/>
                    </a:lnB>
                  </a:tcPr>
                </a:tc>
                <a:tc>
                  <a:txBody>
                    <a:bodyPr/>
                    <a:lstStyle/>
                    <a:p>
                      <a:pPr marL="0" indent="0">
                        <a:buNone/>
                      </a:pPr>
                      <a:r>
                        <a:rPr lang="en-US" sz="1800" dirty="0">
                          <a:solidFill>
                            <a:srgbClr val="1F2328"/>
                          </a:solidFill>
                          <a:latin typeface="Arial" pitchFamily="34" charset="0"/>
                          <a:ea typeface="Arial" pitchFamily="34" charset="-122"/>
                          <a:cs typeface="Arial" pitchFamily="34" charset="-120"/>
                        </a:rPr>
                        <a:t>130,6</a:t>
                      </a:r>
                      <a:endParaRPr lang="en-US" sz="1800" dirty="0">
                        <a:latin typeface="Arial" charset="0"/>
                        <a:ea typeface="Arial" charset="0"/>
                        <a:cs typeface="Arial" charset="0"/>
                      </a:endParaRPr>
                    </a:p>
                  </a:txBody>
                  <a:tcPr anchor="ctr">
                    <a:lnL w="9525" cap="flat" cmpd="sng" algn="ctr">
                      <a:solidFill>
                        <a:srgbClr val="C9D2D8"/>
                      </a:solidFill>
                      <a:prstDash val="solid"/>
                      <a:round/>
                      <a:headEnd type="none" w="med" len="med"/>
                      <a:tailEnd type="none" w="med" len="med"/>
                    </a:lnL>
                    <a:lnR w="9525" cap="flat" cmpd="sng" algn="ctr">
                      <a:solidFill>
                        <a:srgbClr val="C9D2D8"/>
                      </a:solidFill>
                      <a:prstDash val="solid"/>
                      <a:round/>
                      <a:headEnd type="none" w="med" len="med"/>
                      <a:tailEnd type="none" w="med" len="med"/>
                    </a:lnR>
                    <a:lnT w="9525" cap="flat" cmpd="sng" algn="ctr">
                      <a:solidFill>
                        <a:srgbClr val="C9D2D8"/>
                      </a:solidFill>
                      <a:prstDash val="solid"/>
                      <a:round/>
                      <a:headEnd type="none" w="med" len="med"/>
                      <a:tailEnd type="none" w="med" len="med"/>
                    </a:lnT>
                    <a:lnB w="9525" cap="flat" cmpd="sng" algn="ctr">
                      <a:solidFill>
                        <a:srgbClr val="C9D2D8"/>
                      </a:solidFill>
                      <a:prstDash val="solid"/>
                      <a:round/>
                      <a:headEnd type="none" w="med" len="med"/>
                      <a:tailEnd type="none" w="med" len="med"/>
                    </a:lnB>
                  </a:tcPr>
                </a:tc>
                <a:tc>
                  <a:txBody>
                    <a:bodyPr/>
                    <a:lstStyle/>
                    <a:p>
                      <a:pPr marL="0" indent="0">
                        <a:buNone/>
                      </a:pPr>
                      <a:r>
                        <a:rPr lang="en-US" sz="1800" dirty="0">
                          <a:solidFill>
                            <a:srgbClr val="1F2328"/>
                          </a:solidFill>
                          <a:latin typeface="Arial" pitchFamily="34" charset="0"/>
                          <a:ea typeface="Arial" pitchFamily="34" charset="-122"/>
                          <a:cs typeface="Arial" pitchFamily="34" charset="-120"/>
                        </a:rPr>
                        <a:t>83,6</a:t>
                      </a:r>
                      <a:endParaRPr lang="en-US" sz="1800" dirty="0">
                        <a:latin typeface="Arial" charset="0"/>
                        <a:ea typeface="Arial" charset="0"/>
                        <a:cs typeface="Arial" charset="0"/>
                      </a:endParaRPr>
                    </a:p>
                  </a:txBody>
                  <a:tcPr anchor="ctr">
                    <a:lnL w="9525" cap="flat" cmpd="sng" algn="ctr">
                      <a:solidFill>
                        <a:srgbClr val="C9D2D8"/>
                      </a:solidFill>
                      <a:prstDash val="solid"/>
                      <a:round/>
                      <a:headEnd type="none" w="med" len="med"/>
                      <a:tailEnd type="none" w="med" len="med"/>
                    </a:lnL>
                    <a:lnR w="9525" cap="flat" cmpd="sng" algn="ctr">
                      <a:solidFill>
                        <a:srgbClr val="C9D2D8"/>
                      </a:solidFill>
                      <a:prstDash val="solid"/>
                      <a:round/>
                      <a:headEnd type="none" w="med" len="med"/>
                      <a:tailEnd type="none" w="med" len="med"/>
                    </a:lnR>
                    <a:lnT w="9525" cap="flat" cmpd="sng" algn="ctr">
                      <a:solidFill>
                        <a:srgbClr val="C9D2D8"/>
                      </a:solidFill>
                      <a:prstDash val="solid"/>
                      <a:round/>
                      <a:headEnd type="none" w="med" len="med"/>
                      <a:tailEnd type="none" w="med" len="med"/>
                    </a:lnT>
                    <a:lnB w="9525" cap="flat" cmpd="sng" algn="ctr">
                      <a:solidFill>
                        <a:srgbClr val="C9D2D8"/>
                      </a:solidFill>
                      <a:prstDash val="solid"/>
                      <a:round/>
                      <a:headEnd type="none" w="med" len="med"/>
                      <a:tailEnd type="none" w="med" len="med"/>
                    </a:lnB>
                  </a:tcPr>
                </a:tc>
                <a:extLst>
                  <a:ext uri="{0D108BD9-81ED-4DB2-BD59-A6C34878D82A}">
                    <a16:rowId xmlns:a16="http://schemas.microsoft.com/office/drawing/2014/main" val="10003"/>
                  </a:ext>
                </a:extLst>
              </a:tr>
              <a:tr h="594360">
                <a:tc>
                  <a:txBody>
                    <a:bodyPr/>
                    <a:lstStyle/>
                    <a:p>
                      <a:pPr marL="0" indent="0">
                        <a:buNone/>
                      </a:pPr>
                      <a:r>
                        <a:rPr lang="en-US" sz="1800" dirty="0">
                          <a:solidFill>
                            <a:srgbClr val="1F2328"/>
                          </a:solidFill>
                          <a:latin typeface="Arial" pitchFamily="34" charset="0"/>
                          <a:ea typeface="Arial" pitchFamily="34" charset="-122"/>
                          <a:cs typeface="Arial" pitchFamily="34" charset="-120"/>
                        </a:rPr>
                        <a:t>Persentil 95</a:t>
                      </a:r>
                      <a:endParaRPr lang="en-US" sz="1800" dirty="0">
                        <a:latin typeface="Arial" charset="0"/>
                        <a:ea typeface="Arial" charset="0"/>
                        <a:cs typeface="Arial" charset="0"/>
                      </a:endParaRPr>
                    </a:p>
                  </a:txBody>
                  <a:tcPr anchor="ctr">
                    <a:lnL w="9525" cap="flat" cmpd="sng" algn="ctr">
                      <a:solidFill>
                        <a:srgbClr val="C9D2D8"/>
                      </a:solidFill>
                      <a:prstDash val="solid"/>
                      <a:round/>
                      <a:headEnd type="none" w="med" len="med"/>
                      <a:tailEnd type="none" w="med" len="med"/>
                    </a:lnL>
                    <a:lnR w="9525" cap="flat" cmpd="sng" algn="ctr">
                      <a:solidFill>
                        <a:srgbClr val="C9D2D8"/>
                      </a:solidFill>
                      <a:prstDash val="solid"/>
                      <a:round/>
                      <a:headEnd type="none" w="med" len="med"/>
                      <a:tailEnd type="none" w="med" len="med"/>
                    </a:lnR>
                    <a:lnT w="9525" cap="flat" cmpd="sng" algn="ctr">
                      <a:solidFill>
                        <a:srgbClr val="C9D2D8"/>
                      </a:solidFill>
                      <a:prstDash val="solid"/>
                      <a:round/>
                      <a:headEnd type="none" w="med" len="med"/>
                      <a:tailEnd type="none" w="med" len="med"/>
                    </a:lnT>
                    <a:lnB w="9525" cap="flat" cmpd="sng" algn="ctr">
                      <a:solidFill>
                        <a:srgbClr val="C9D2D8"/>
                      </a:solidFill>
                      <a:prstDash val="solid"/>
                      <a:round/>
                      <a:headEnd type="none" w="med" len="med"/>
                      <a:tailEnd type="none" w="med" len="med"/>
                    </a:lnB>
                  </a:tcPr>
                </a:tc>
                <a:tc>
                  <a:txBody>
                    <a:bodyPr/>
                    <a:lstStyle/>
                    <a:p>
                      <a:pPr marL="0" indent="0">
                        <a:buNone/>
                      </a:pPr>
                      <a:r>
                        <a:rPr lang="en-US" sz="1800" dirty="0">
                          <a:solidFill>
                            <a:srgbClr val="1F2328"/>
                          </a:solidFill>
                          <a:latin typeface="Arial" pitchFamily="34" charset="0"/>
                          <a:ea typeface="Arial" pitchFamily="34" charset="-122"/>
                          <a:cs typeface="Arial" pitchFamily="34" charset="-120"/>
                        </a:rPr>
                        <a:t>493,6</a:t>
                      </a:r>
                      <a:endParaRPr lang="en-US" sz="1800" dirty="0">
                        <a:latin typeface="Arial" charset="0"/>
                        <a:ea typeface="Arial" charset="0"/>
                        <a:cs typeface="Arial" charset="0"/>
                      </a:endParaRPr>
                    </a:p>
                  </a:txBody>
                  <a:tcPr anchor="ctr">
                    <a:lnL w="9525" cap="flat" cmpd="sng" algn="ctr">
                      <a:solidFill>
                        <a:srgbClr val="C9D2D8"/>
                      </a:solidFill>
                      <a:prstDash val="solid"/>
                      <a:round/>
                      <a:headEnd type="none" w="med" len="med"/>
                      <a:tailEnd type="none" w="med" len="med"/>
                    </a:lnL>
                    <a:lnR w="9525" cap="flat" cmpd="sng" algn="ctr">
                      <a:solidFill>
                        <a:srgbClr val="C9D2D8"/>
                      </a:solidFill>
                      <a:prstDash val="solid"/>
                      <a:round/>
                      <a:headEnd type="none" w="med" len="med"/>
                      <a:tailEnd type="none" w="med" len="med"/>
                    </a:lnR>
                    <a:lnT w="9525" cap="flat" cmpd="sng" algn="ctr">
                      <a:solidFill>
                        <a:srgbClr val="C9D2D8"/>
                      </a:solidFill>
                      <a:prstDash val="solid"/>
                      <a:round/>
                      <a:headEnd type="none" w="med" len="med"/>
                      <a:tailEnd type="none" w="med" len="med"/>
                    </a:lnT>
                    <a:lnB w="9525" cap="flat" cmpd="sng" algn="ctr">
                      <a:solidFill>
                        <a:srgbClr val="C9D2D8"/>
                      </a:solidFill>
                      <a:prstDash val="solid"/>
                      <a:round/>
                      <a:headEnd type="none" w="med" len="med"/>
                      <a:tailEnd type="none" w="med" len="med"/>
                    </a:lnB>
                  </a:tcPr>
                </a:tc>
                <a:tc>
                  <a:txBody>
                    <a:bodyPr/>
                    <a:lstStyle/>
                    <a:p>
                      <a:pPr marL="0" indent="0">
                        <a:buNone/>
                      </a:pPr>
                      <a:r>
                        <a:rPr lang="en-US" sz="1800" dirty="0">
                          <a:solidFill>
                            <a:srgbClr val="1F2328"/>
                          </a:solidFill>
                          <a:latin typeface="Arial" pitchFamily="34" charset="0"/>
                          <a:ea typeface="Arial" pitchFamily="34" charset="-122"/>
                          <a:cs typeface="Arial" pitchFamily="34" charset="-120"/>
                        </a:rPr>
                        <a:t>306</a:t>
                      </a:r>
                      <a:endParaRPr lang="en-US" sz="1800" dirty="0">
                        <a:latin typeface="Arial" charset="0"/>
                        <a:ea typeface="Arial" charset="0"/>
                        <a:cs typeface="Arial" charset="0"/>
                      </a:endParaRPr>
                    </a:p>
                  </a:txBody>
                  <a:tcPr anchor="ctr">
                    <a:lnL w="9525" cap="flat" cmpd="sng" algn="ctr">
                      <a:solidFill>
                        <a:srgbClr val="C9D2D8"/>
                      </a:solidFill>
                      <a:prstDash val="solid"/>
                      <a:round/>
                      <a:headEnd type="none" w="med" len="med"/>
                      <a:tailEnd type="none" w="med" len="med"/>
                    </a:lnL>
                    <a:lnR w="9525" cap="flat" cmpd="sng" algn="ctr">
                      <a:solidFill>
                        <a:srgbClr val="C9D2D8"/>
                      </a:solidFill>
                      <a:prstDash val="solid"/>
                      <a:round/>
                      <a:headEnd type="none" w="med" len="med"/>
                      <a:tailEnd type="none" w="med" len="med"/>
                    </a:lnR>
                    <a:lnT w="9525" cap="flat" cmpd="sng" algn="ctr">
                      <a:solidFill>
                        <a:srgbClr val="C9D2D8"/>
                      </a:solidFill>
                      <a:prstDash val="solid"/>
                      <a:round/>
                      <a:headEnd type="none" w="med" len="med"/>
                      <a:tailEnd type="none" w="med" len="med"/>
                    </a:lnT>
                    <a:lnB w="9525" cap="flat" cmpd="sng" algn="ctr">
                      <a:solidFill>
                        <a:srgbClr val="C9D2D8"/>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6" name="Shape 2"/>
          <p:cNvSpPr/>
          <p:nvPr/>
        </p:nvSpPr>
        <p:spPr>
          <a:xfrm>
            <a:off x="7680960" y="1554480"/>
            <a:ext cx="3959352" cy="3017520"/>
          </a:xfrm>
          <a:prstGeom prst="rect">
            <a:avLst/>
          </a:prstGeom>
          <a:solidFill>
            <a:srgbClr val="E6EDD6"/>
          </a:solidFill>
          <a:ln/>
        </p:spPr>
      </p:sp>
      <p:sp>
        <p:nvSpPr>
          <p:cNvPr id="7" name="Text 3"/>
          <p:cNvSpPr txBox="1"/>
          <p:nvPr/>
        </p:nvSpPr>
        <p:spPr>
          <a:xfrm>
            <a:off x="7955280" y="1783080"/>
            <a:ext cx="3474720" cy="822960"/>
          </a:xfrm>
          <a:prstGeom prst="rect">
            <a:avLst/>
          </a:prstGeom>
          <a:noFill/>
          <a:ln/>
        </p:spPr>
        <p:txBody>
          <a:bodyPr wrap="square" lIns="0" tIns="0" rIns="0" bIns="0" rtlCol="0" anchor="t"/>
          <a:lstStyle/>
          <a:p>
            <a:pPr marL="0" indent="0">
              <a:buNone/>
            </a:pPr>
            <a:r>
              <a:rPr lang="en-US" sz="4800" b="1" dirty="0">
                <a:solidFill>
                  <a:srgbClr val="9C4A0B"/>
                </a:solidFill>
                <a:latin typeface="Arial" pitchFamily="34" charset="0"/>
                <a:ea typeface="Arial" pitchFamily="34" charset="-122"/>
                <a:cs typeface="Arial" pitchFamily="34" charset="-120"/>
              </a:rPr>
              <a:t>+24,1%</a:t>
            </a:r>
            <a:endParaRPr lang="en-US" sz="4800" dirty="0"/>
          </a:p>
        </p:txBody>
      </p:sp>
      <p:sp>
        <p:nvSpPr>
          <p:cNvPr id="8" name="Text 4"/>
          <p:cNvSpPr txBox="1"/>
          <p:nvPr/>
        </p:nvSpPr>
        <p:spPr>
          <a:xfrm>
            <a:off x="7955280" y="2651760"/>
            <a:ext cx="3474720" cy="731520"/>
          </a:xfrm>
          <a:prstGeom prst="rect">
            <a:avLst/>
          </a:prstGeom>
          <a:noFill/>
          <a:ln/>
        </p:spPr>
        <p:txBody>
          <a:bodyPr wrap="square" lIns="0" tIns="0" rIns="0" bIns="0" rtlCol="0" anchor="t"/>
          <a:lstStyle/>
          <a:p>
            <a:pPr marL="0" indent="0">
              <a:buNone/>
            </a:pPr>
            <a:r>
              <a:rPr lang="en-US" sz="1800" b="1" dirty="0">
                <a:solidFill>
                  <a:srgbClr val="1F2328"/>
                </a:solidFill>
                <a:latin typeface="Arial" pitchFamily="34" charset="0"/>
                <a:ea typeface="Arial" pitchFamily="34" charset="-122"/>
                <a:cs typeface="Arial" pitchFamily="34" charset="-120"/>
              </a:rPr>
              <a:t>rata-rata naik karena 6 kunjungan</a:t>
            </a:r>
            <a:endParaRPr lang="en-US" sz="1800" dirty="0"/>
          </a:p>
        </p:txBody>
      </p:sp>
      <p:sp>
        <p:nvSpPr>
          <p:cNvPr id="9" name="Text 5"/>
          <p:cNvSpPr txBox="1"/>
          <p:nvPr/>
        </p:nvSpPr>
        <p:spPr>
          <a:xfrm>
            <a:off x="7955280" y="3474720"/>
            <a:ext cx="3474720" cy="914400"/>
          </a:xfrm>
          <a:prstGeom prst="rect">
            <a:avLst/>
          </a:prstGeom>
          <a:noFill/>
          <a:ln/>
        </p:spPr>
        <p:txBody>
          <a:bodyPr wrap="square" lIns="0" tIns="0" rIns="0" bIns="0" rtlCol="0" anchor="t"/>
          <a:lstStyle/>
          <a:p>
            <a:pPr marL="0" indent="0">
              <a:buNone/>
            </a:pPr>
            <a:r>
              <a:rPr lang="en-US" sz="1600" dirty="0">
                <a:solidFill>
                  <a:srgbClr val="505A66"/>
                </a:solidFill>
                <a:latin typeface="Arial" pitchFamily="34" charset="0"/>
                <a:ea typeface="Arial" pitchFamily="34" charset="-122"/>
                <a:cs typeface="Arial" pitchFamily="34" charset="-120"/>
              </a:rPr>
              <a:t>Median hanya bergeser 6 detik. Median lebih stabil untuk kebiasaan sehari-hari.</a:t>
            </a:r>
            <a:endParaRPr lang="en-US" sz="1600" dirty="0"/>
          </a:p>
        </p:txBody>
      </p:sp>
      <p:sp>
        <p:nvSpPr>
          <p:cNvPr id="25" name="Slide Number Placeholder 0"/>
          <p:cNvSpPr>
            <a:spLocks noGrp="1"/>
          </p:cNvSpPr>
          <p:nvPr>
            <p:ph type="sldNum" sz="quarter" idx="4294967295"/>
          </p:nvPr>
        </p:nvSpPr>
        <p:spPr>
          <a:xfrm>
            <a:off x="10725912" y="274320"/>
            <a:ext cx="91440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200">
                <a:solidFill>
                  <a:srgbClr val="6B7A89"/>
                </a:solidFill>
                <a:latin typeface="Arial"/>
                <a:ea typeface="Arial"/>
                <a:cs typeface="Aria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t"/>
          <a:lstStyle/>
          <a:p>
            <a:pPr marL="0" indent="0">
              <a:buNone/>
            </a:pPr>
            <a:r>
              <a:rPr lang="en-US" sz="1200" b="1" kern="0" spc="300" dirty="0">
                <a:solidFill>
                  <a:srgbClr val="466018"/>
                </a:solidFill>
                <a:latin typeface="Arial" pitchFamily="34" charset="0"/>
                <a:ea typeface="Arial" pitchFamily="34" charset="-122"/>
                <a:cs typeface="Arial" pitchFamily="34" charset="-120"/>
              </a:rPr>
              <a:t>12  ·  POLA DURASI</a:t>
            </a:r>
            <a:endParaRPr lang="en-US" sz="1200" dirty="0"/>
          </a:p>
        </p:txBody>
      </p:sp>
      <p:sp>
        <p:nvSpPr>
          <p:cNvPr id="3" name="Text 1"/>
          <p:cNvSpPr txBox="1"/>
          <p:nvPr/>
        </p:nvSpPr>
        <p:spPr>
          <a:xfrm>
            <a:off x="548640" y="640080"/>
            <a:ext cx="11064240" cy="777240"/>
          </a:xfrm>
          <a:prstGeom prst="rect">
            <a:avLst/>
          </a:prstGeom>
          <a:noFill/>
          <a:ln/>
        </p:spPr>
        <p:txBody>
          <a:bodyPr wrap="square" lIns="0" tIns="0" rIns="0" bIns="0" rtlCol="0" anchor="ctr"/>
          <a:lstStyle/>
          <a:p>
            <a:pPr marL="0" indent="0">
              <a:buNone/>
            </a:pPr>
            <a:r>
              <a:rPr lang="en-US" sz="3400" b="1" dirty="0">
                <a:solidFill>
                  <a:srgbClr val="1F2328"/>
                </a:solidFill>
                <a:latin typeface="Arial" pitchFamily="34" charset="0"/>
                <a:ea typeface="Arial" pitchFamily="34" charset="-122"/>
                <a:cs typeface="Arial" pitchFamily="34" charset="-120"/>
              </a:rPr>
              <a:t>Pengunjung jam 12 tinggal paling lama</a:t>
            </a:r>
            <a:endParaRPr lang="en-US" sz="34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6949440" cy="914400"/>
        </p:xfrm>
        <a:graphic>
          <a:graphicData uri="http://schemas.openxmlformats.org/drawingml/2006/table">
            <a:tbl>
              <a:tblPr/>
              <a:tblGrid>
                <a:gridCol w="137160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1097280">
                  <a:extLst>
                    <a:ext uri="{9D8B030D-6E8A-4147-A177-3AD203B41FA5}">
                      <a16:colId xmlns:a16="http://schemas.microsoft.com/office/drawing/2014/main" val="20005"/>
                    </a:ext>
                  </a:extLst>
                </a:gridCol>
              </a:tblGrid>
              <a:tr h="640080">
                <a:tc>
                  <a:txBody>
                    <a:bodyPr/>
                    <a:lstStyle/>
                    <a:p>
                      <a:pPr marL="0" indent="0">
                        <a:buNone/>
                      </a:pPr>
                      <a:r>
                        <a:rPr lang="en-US" sz="1800" b="1" dirty="0">
                          <a:solidFill>
                            <a:srgbClr val="FFFFFF"/>
                          </a:solidFill>
                          <a:latin typeface="Arial" pitchFamily="34" charset="0"/>
                          <a:ea typeface="Arial" pitchFamily="34" charset="-122"/>
                          <a:cs typeface="Arial" pitchFamily="34" charset="-120"/>
                        </a:rPr>
                        <a:t>Sesi</a:t>
                      </a:r>
                      <a:endParaRPr lang="en-US" sz="1800" dirty="0">
                        <a:latin typeface="Arial" charset="0"/>
                        <a:ea typeface="Arial" charset="0"/>
                        <a:cs typeface="Arial" charset="0"/>
                      </a:endParaRPr>
                    </a:p>
                  </a:txBody>
                  <a:tcPr anchor="ctr">
                    <a:lnL w="9525" cap="flat" cmpd="sng" algn="ctr">
                      <a:solidFill>
                        <a:srgbClr val="C9D2D8"/>
                      </a:solidFill>
                      <a:prstDash val="solid"/>
                      <a:round/>
                      <a:headEnd type="none" w="med" len="med"/>
                      <a:tailEnd type="none" w="med" len="med"/>
                    </a:lnL>
                    <a:lnR w="9525" cap="flat" cmpd="sng" algn="ctr">
                      <a:solidFill>
                        <a:srgbClr val="C9D2D8"/>
                      </a:solidFill>
                      <a:prstDash val="solid"/>
                      <a:round/>
                      <a:headEnd type="none" w="med" len="med"/>
                      <a:tailEnd type="none" w="med" len="med"/>
                    </a:lnR>
                    <a:lnT w="9525" cap="flat" cmpd="sng" algn="ctr">
                      <a:solidFill>
                        <a:srgbClr val="C9D2D8"/>
                      </a:solidFill>
                      <a:prstDash val="solid"/>
                      <a:round/>
                      <a:headEnd type="none" w="med" len="med"/>
                      <a:tailEnd type="none" w="med" len="med"/>
                    </a:lnT>
                    <a:lnB w="9525" cap="flat" cmpd="sng" algn="ctr">
                      <a:solidFill>
                        <a:srgbClr val="C9D2D8"/>
                      </a:solidFill>
                      <a:prstDash val="solid"/>
                      <a:round/>
                      <a:headEnd type="none" w="med" len="med"/>
                      <a:tailEnd type="none" w="med" len="med"/>
                    </a:lnB>
                    <a:solidFill>
                      <a:srgbClr val="1F2328"/>
                    </a:solidFill>
                  </a:tcPr>
                </a:tc>
                <a:tc>
                  <a:txBody>
                    <a:bodyPr/>
                    <a:lstStyle/>
                    <a:p>
                      <a:pPr marL="0" indent="0">
                        <a:buNone/>
                      </a:pPr>
                      <a:r>
                        <a:rPr lang="en-US" sz="1800" b="1" dirty="0">
                          <a:solidFill>
                            <a:srgbClr val="FFFFFF"/>
                          </a:solidFill>
                          <a:latin typeface="Arial" pitchFamily="34" charset="0"/>
                          <a:ea typeface="Arial" pitchFamily="34" charset="-122"/>
                          <a:cs typeface="Arial" pitchFamily="34" charset="-120"/>
                        </a:rPr>
                        <a:t>N</a:t>
                      </a:r>
                      <a:endParaRPr lang="en-US" sz="1800" dirty="0">
                        <a:latin typeface="Arial" charset="0"/>
                        <a:ea typeface="Arial" charset="0"/>
                        <a:cs typeface="Arial" charset="0"/>
                      </a:endParaRPr>
                    </a:p>
                  </a:txBody>
                  <a:tcPr anchor="ctr">
                    <a:lnL w="9525" cap="flat" cmpd="sng" algn="ctr">
                      <a:solidFill>
                        <a:srgbClr val="C9D2D8"/>
                      </a:solidFill>
                      <a:prstDash val="solid"/>
                      <a:round/>
                      <a:headEnd type="none" w="med" len="med"/>
                      <a:tailEnd type="none" w="med" len="med"/>
                    </a:lnL>
                    <a:lnR w="9525" cap="flat" cmpd="sng" algn="ctr">
                      <a:solidFill>
                        <a:srgbClr val="C9D2D8"/>
                      </a:solidFill>
                      <a:prstDash val="solid"/>
                      <a:round/>
                      <a:headEnd type="none" w="med" len="med"/>
                      <a:tailEnd type="none" w="med" len="med"/>
                    </a:lnR>
                    <a:lnT w="9525" cap="flat" cmpd="sng" algn="ctr">
                      <a:solidFill>
                        <a:srgbClr val="C9D2D8"/>
                      </a:solidFill>
                      <a:prstDash val="solid"/>
                      <a:round/>
                      <a:headEnd type="none" w="med" len="med"/>
                      <a:tailEnd type="none" w="med" len="med"/>
                    </a:lnT>
                    <a:lnB w="9525" cap="flat" cmpd="sng" algn="ctr">
                      <a:solidFill>
                        <a:srgbClr val="C9D2D8"/>
                      </a:solidFill>
                      <a:prstDash val="solid"/>
                      <a:round/>
                      <a:headEnd type="none" w="med" len="med"/>
                      <a:tailEnd type="none" w="med" len="med"/>
                    </a:lnB>
                    <a:solidFill>
                      <a:srgbClr val="1F2328"/>
                    </a:solidFill>
                  </a:tcPr>
                </a:tc>
                <a:tc>
                  <a:txBody>
                    <a:bodyPr/>
                    <a:lstStyle/>
                    <a:p>
                      <a:pPr marL="0" indent="0">
                        <a:buNone/>
                      </a:pPr>
                      <a:r>
                        <a:rPr lang="en-US" sz="1800" b="1" dirty="0">
                          <a:solidFill>
                            <a:srgbClr val="FFFFFF"/>
                          </a:solidFill>
                          <a:latin typeface="Arial" pitchFamily="34" charset="0"/>
                          <a:ea typeface="Arial" pitchFamily="34" charset="-122"/>
                          <a:cs typeface="Arial" pitchFamily="34" charset="-120"/>
                        </a:rPr>
                        <a:t>Rata-rata</a:t>
                      </a:r>
                      <a:endParaRPr lang="en-US" sz="1800" dirty="0">
                        <a:latin typeface="Arial" charset="0"/>
                        <a:ea typeface="Arial" charset="0"/>
                        <a:cs typeface="Arial" charset="0"/>
                      </a:endParaRPr>
                    </a:p>
                  </a:txBody>
                  <a:tcPr anchor="ctr">
                    <a:lnL w="9525" cap="flat" cmpd="sng" algn="ctr">
                      <a:solidFill>
                        <a:srgbClr val="C9D2D8"/>
                      </a:solidFill>
                      <a:prstDash val="solid"/>
                      <a:round/>
                      <a:headEnd type="none" w="med" len="med"/>
                      <a:tailEnd type="none" w="med" len="med"/>
                    </a:lnL>
                    <a:lnR w="9525" cap="flat" cmpd="sng" algn="ctr">
                      <a:solidFill>
                        <a:srgbClr val="C9D2D8"/>
                      </a:solidFill>
                      <a:prstDash val="solid"/>
                      <a:round/>
                      <a:headEnd type="none" w="med" len="med"/>
                      <a:tailEnd type="none" w="med" len="med"/>
                    </a:lnR>
                    <a:lnT w="9525" cap="flat" cmpd="sng" algn="ctr">
                      <a:solidFill>
                        <a:srgbClr val="C9D2D8"/>
                      </a:solidFill>
                      <a:prstDash val="solid"/>
                      <a:round/>
                      <a:headEnd type="none" w="med" len="med"/>
                      <a:tailEnd type="none" w="med" len="med"/>
                    </a:lnT>
                    <a:lnB w="9525" cap="flat" cmpd="sng" algn="ctr">
                      <a:solidFill>
                        <a:srgbClr val="C9D2D8"/>
                      </a:solidFill>
                      <a:prstDash val="solid"/>
                      <a:round/>
                      <a:headEnd type="none" w="med" len="med"/>
                      <a:tailEnd type="none" w="med" len="med"/>
                    </a:lnB>
                    <a:solidFill>
                      <a:srgbClr val="1F2328"/>
                    </a:solidFill>
                  </a:tcPr>
                </a:tc>
                <a:tc>
                  <a:txBody>
                    <a:bodyPr/>
                    <a:lstStyle/>
                    <a:p>
                      <a:pPr marL="0" indent="0">
                        <a:buNone/>
                      </a:pPr>
                      <a:r>
                        <a:rPr lang="en-US" sz="1800" b="1" dirty="0">
                          <a:solidFill>
                            <a:srgbClr val="FFFFFF"/>
                          </a:solidFill>
                          <a:latin typeface="Arial" pitchFamily="34" charset="0"/>
                          <a:ea typeface="Arial" pitchFamily="34" charset="-122"/>
                          <a:cs typeface="Arial" pitchFamily="34" charset="-120"/>
                        </a:rPr>
                        <a:t>Median</a:t>
                      </a:r>
                      <a:endParaRPr lang="en-US" sz="1800" dirty="0">
                        <a:latin typeface="Arial" charset="0"/>
                        <a:ea typeface="Arial" charset="0"/>
                        <a:cs typeface="Arial" charset="0"/>
                      </a:endParaRPr>
                    </a:p>
                  </a:txBody>
                  <a:tcPr anchor="ctr">
                    <a:lnL w="9525" cap="flat" cmpd="sng" algn="ctr">
                      <a:solidFill>
                        <a:srgbClr val="C9D2D8"/>
                      </a:solidFill>
                      <a:prstDash val="solid"/>
                      <a:round/>
                      <a:headEnd type="none" w="med" len="med"/>
                      <a:tailEnd type="none" w="med" len="med"/>
                    </a:lnL>
                    <a:lnR w="9525" cap="flat" cmpd="sng" algn="ctr">
                      <a:solidFill>
                        <a:srgbClr val="C9D2D8"/>
                      </a:solidFill>
                      <a:prstDash val="solid"/>
                      <a:round/>
                      <a:headEnd type="none" w="med" len="med"/>
                      <a:tailEnd type="none" w="med" len="med"/>
                    </a:lnR>
                    <a:lnT w="9525" cap="flat" cmpd="sng" algn="ctr">
                      <a:solidFill>
                        <a:srgbClr val="C9D2D8"/>
                      </a:solidFill>
                      <a:prstDash val="solid"/>
                      <a:round/>
                      <a:headEnd type="none" w="med" len="med"/>
                      <a:tailEnd type="none" w="med" len="med"/>
                    </a:lnT>
                    <a:lnB w="9525" cap="flat" cmpd="sng" algn="ctr">
                      <a:solidFill>
                        <a:srgbClr val="C9D2D8"/>
                      </a:solidFill>
                      <a:prstDash val="solid"/>
                      <a:round/>
                      <a:headEnd type="none" w="med" len="med"/>
                      <a:tailEnd type="none" w="med" len="med"/>
                    </a:lnB>
                    <a:solidFill>
                      <a:srgbClr val="1F2328"/>
                    </a:solidFill>
                  </a:tcPr>
                </a:tc>
                <a:tc>
                  <a:txBody>
                    <a:bodyPr/>
                    <a:lstStyle/>
                    <a:p>
                      <a:pPr marL="0" indent="0">
                        <a:buNone/>
                      </a:pPr>
                      <a:r>
                        <a:rPr lang="en-US" sz="1800" b="1" dirty="0">
                          <a:solidFill>
                            <a:srgbClr val="FFFFFF"/>
                          </a:solidFill>
                          <a:latin typeface="Arial" pitchFamily="34" charset="0"/>
                          <a:ea typeface="Arial" pitchFamily="34" charset="-122"/>
                          <a:cs typeface="Arial" pitchFamily="34" charset="-120"/>
                        </a:rPr>
                        <a:t>SD</a:t>
                      </a:r>
                      <a:endParaRPr lang="en-US" sz="1800" dirty="0">
                        <a:latin typeface="Arial" charset="0"/>
                        <a:ea typeface="Arial" charset="0"/>
                        <a:cs typeface="Arial" charset="0"/>
                      </a:endParaRPr>
                    </a:p>
                  </a:txBody>
                  <a:tcPr anchor="ctr">
                    <a:lnL w="9525" cap="flat" cmpd="sng" algn="ctr">
                      <a:solidFill>
                        <a:srgbClr val="C9D2D8"/>
                      </a:solidFill>
                      <a:prstDash val="solid"/>
                      <a:round/>
                      <a:headEnd type="none" w="med" len="med"/>
                      <a:tailEnd type="none" w="med" len="med"/>
                    </a:lnL>
                    <a:lnR w="9525" cap="flat" cmpd="sng" algn="ctr">
                      <a:solidFill>
                        <a:srgbClr val="C9D2D8"/>
                      </a:solidFill>
                      <a:prstDash val="solid"/>
                      <a:round/>
                      <a:headEnd type="none" w="med" len="med"/>
                      <a:tailEnd type="none" w="med" len="med"/>
                    </a:lnR>
                    <a:lnT w="9525" cap="flat" cmpd="sng" algn="ctr">
                      <a:solidFill>
                        <a:srgbClr val="C9D2D8"/>
                      </a:solidFill>
                      <a:prstDash val="solid"/>
                      <a:round/>
                      <a:headEnd type="none" w="med" len="med"/>
                      <a:tailEnd type="none" w="med" len="med"/>
                    </a:lnT>
                    <a:lnB w="9525" cap="flat" cmpd="sng" algn="ctr">
                      <a:solidFill>
                        <a:srgbClr val="C9D2D8"/>
                      </a:solidFill>
                      <a:prstDash val="solid"/>
                      <a:round/>
                      <a:headEnd type="none" w="med" len="med"/>
                      <a:tailEnd type="none" w="med" len="med"/>
                    </a:lnB>
                    <a:solidFill>
                      <a:srgbClr val="1F2328"/>
                    </a:solidFill>
                  </a:tcPr>
                </a:tc>
                <a:tc>
                  <a:txBody>
                    <a:bodyPr/>
                    <a:lstStyle/>
                    <a:p>
                      <a:pPr marL="0" indent="0">
                        <a:buNone/>
                      </a:pPr>
                      <a:r>
                        <a:rPr lang="en-US" sz="1800" b="1" dirty="0">
                          <a:solidFill>
                            <a:srgbClr val="FFFFFF"/>
                          </a:solidFill>
                          <a:latin typeface="Arial" pitchFamily="34" charset="0"/>
                          <a:ea typeface="Arial" pitchFamily="34" charset="-122"/>
                          <a:cs typeface="Arial" pitchFamily="34" charset="-120"/>
                        </a:rPr>
                        <a:t>P95</a:t>
                      </a:r>
                      <a:endParaRPr lang="en-US" sz="1800" dirty="0">
                        <a:latin typeface="Arial" charset="0"/>
                        <a:ea typeface="Arial" charset="0"/>
                        <a:cs typeface="Arial" charset="0"/>
                      </a:endParaRPr>
                    </a:p>
                  </a:txBody>
                  <a:tcPr anchor="ctr">
                    <a:lnL w="9525" cap="flat" cmpd="sng" algn="ctr">
                      <a:solidFill>
                        <a:srgbClr val="C9D2D8"/>
                      </a:solidFill>
                      <a:prstDash val="solid"/>
                      <a:round/>
                      <a:headEnd type="none" w="med" len="med"/>
                      <a:tailEnd type="none" w="med" len="med"/>
                    </a:lnL>
                    <a:lnR w="9525" cap="flat" cmpd="sng" algn="ctr">
                      <a:solidFill>
                        <a:srgbClr val="C9D2D8"/>
                      </a:solidFill>
                      <a:prstDash val="solid"/>
                      <a:round/>
                      <a:headEnd type="none" w="med" len="med"/>
                      <a:tailEnd type="none" w="med" len="med"/>
                    </a:lnR>
                    <a:lnT w="9525" cap="flat" cmpd="sng" algn="ctr">
                      <a:solidFill>
                        <a:srgbClr val="C9D2D8"/>
                      </a:solidFill>
                      <a:prstDash val="solid"/>
                      <a:round/>
                      <a:headEnd type="none" w="med" len="med"/>
                      <a:tailEnd type="none" w="med" len="med"/>
                    </a:lnT>
                    <a:lnB w="9525" cap="flat" cmpd="sng" algn="ctr">
                      <a:solidFill>
                        <a:srgbClr val="C9D2D8"/>
                      </a:solidFill>
                      <a:prstDash val="solid"/>
                      <a:round/>
                      <a:headEnd type="none" w="med" len="med"/>
                      <a:tailEnd type="none" w="med" len="med"/>
                    </a:lnB>
                    <a:solidFill>
                      <a:srgbClr val="1F2328"/>
                    </a:solidFill>
                  </a:tcPr>
                </a:tc>
                <a:extLst>
                  <a:ext uri="{0D108BD9-81ED-4DB2-BD59-A6C34878D82A}">
                    <a16:rowId xmlns:a16="http://schemas.microsoft.com/office/drawing/2014/main" val="10000"/>
                  </a:ext>
                </a:extLst>
              </a:tr>
              <a:tr h="640080">
                <a:tc>
                  <a:txBody>
                    <a:bodyPr/>
                    <a:lstStyle/>
                    <a:p>
                      <a:pPr marL="0" indent="0">
                        <a:buNone/>
                      </a:pPr>
                      <a:r>
                        <a:rPr lang="en-US" sz="1800" dirty="0">
                          <a:solidFill>
                            <a:srgbClr val="1F2328"/>
                          </a:solidFill>
                          <a:latin typeface="Arial" pitchFamily="34" charset="0"/>
                          <a:ea typeface="Arial" pitchFamily="34" charset="-122"/>
                          <a:cs typeface="Arial" pitchFamily="34" charset="-120"/>
                        </a:rPr>
                        <a:t>Jam 10</a:t>
                      </a:r>
                      <a:endParaRPr lang="en-US" sz="1800" dirty="0">
                        <a:latin typeface="Arial" charset="0"/>
                        <a:ea typeface="Arial" charset="0"/>
                        <a:cs typeface="Arial" charset="0"/>
                      </a:endParaRPr>
                    </a:p>
                  </a:txBody>
                  <a:tcPr anchor="ctr">
                    <a:lnL w="9525" cap="flat" cmpd="sng" algn="ctr">
                      <a:solidFill>
                        <a:srgbClr val="C9D2D8"/>
                      </a:solidFill>
                      <a:prstDash val="solid"/>
                      <a:round/>
                      <a:headEnd type="none" w="med" len="med"/>
                      <a:tailEnd type="none" w="med" len="med"/>
                    </a:lnL>
                    <a:lnR w="9525" cap="flat" cmpd="sng" algn="ctr">
                      <a:solidFill>
                        <a:srgbClr val="C9D2D8"/>
                      </a:solidFill>
                      <a:prstDash val="solid"/>
                      <a:round/>
                      <a:headEnd type="none" w="med" len="med"/>
                      <a:tailEnd type="none" w="med" len="med"/>
                    </a:lnR>
                    <a:lnT w="9525" cap="flat" cmpd="sng" algn="ctr">
                      <a:solidFill>
                        <a:srgbClr val="C9D2D8"/>
                      </a:solidFill>
                      <a:prstDash val="solid"/>
                      <a:round/>
                      <a:headEnd type="none" w="med" len="med"/>
                      <a:tailEnd type="none" w="med" len="med"/>
                    </a:lnT>
                    <a:lnB w="9525" cap="flat" cmpd="sng" algn="ctr">
                      <a:solidFill>
                        <a:srgbClr val="C9D2D8"/>
                      </a:solidFill>
                      <a:prstDash val="solid"/>
                      <a:round/>
                      <a:headEnd type="none" w="med" len="med"/>
                      <a:tailEnd type="none" w="med" len="med"/>
                    </a:lnB>
                  </a:tcPr>
                </a:tc>
                <a:tc>
                  <a:txBody>
                    <a:bodyPr/>
                    <a:lstStyle/>
                    <a:p>
                      <a:pPr marL="0" indent="0">
                        <a:buNone/>
                      </a:pPr>
                      <a:r>
                        <a:rPr lang="en-US" sz="1800" dirty="0">
                          <a:solidFill>
                            <a:srgbClr val="1F2328"/>
                          </a:solidFill>
                          <a:latin typeface="Arial" pitchFamily="34" charset="0"/>
                          <a:ea typeface="Arial" pitchFamily="34" charset="-122"/>
                          <a:cs typeface="Arial" pitchFamily="34" charset="-120"/>
                        </a:rPr>
                        <a:t>35</a:t>
                      </a:r>
                      <a:endParaRPr lang="en-US" sz="1800" dirty="0">
                        <a:latin typeface="Arial" charset="0"/>
                        <a:ea typeface="Arial" charset="0"/>
                        <a:cs typeface="Arial" charset="0"/>
                      </a:endParaRPr>
                    </a:p>
                  </a:txBody>
                  <a:tcPr anchor="ctr">
                    <a:lnL w="9525" cap="flat" cmpd="sng" algn="ctr">
                      <a:solidFill>
                        <a:srgbClr val="C9D2D8"/>
                      </a:solidFill>
                      <a:prstDash val="solid"/>
                      <a:round/>
                      <a:headEnd type="none" w="med" len="med"/>
                      <a:tailEnd type="none" w="med" len="med"/>
                    </a:lnL>
                    <a:lnR w="9525" cap="flat" cmpd="sng" algn="ctr">
                      <a:solidFill>
                        <a:srgbClr val="C9D2D8"/>
                      </a:solidFill>
                      <a:prstDash val="solid"/>
                      <a:round/>
                      <a:headEnd type="none" w="med" len="med"/>
                      <a:tailEnd type="none" w="med" len="med"/>
                    </a:lnR>
                    <a:lnT w="9525" cap="flat" cmpd="sng" algn="ctr">
                      <a:solidFill>
                        <a:srgbClr val="C9D2D8"/>
                      </a:solidFill>
                      <a:prstDash val="solid"/>
                      <a:round/>
                      <a:headEnd type="none" w="med" len="med"/>
                      <a:tailEnd type="none" w="med" len="med"/>
                    </a:lnT>
                    <a:lnB w="9525" cap="flat" cmpd="sng" algn="ctr">
                      <a:solidFill>
                        <a:srgbClr val="C9D2D8"/>
                      </a:solidFill>
                      <a:prstDash val="solid"/>
                      <a:round/>
                      <a:headEnd type="none" w="med" len="med"/>
                      <a:tailEnd type="none" w="med" len="med"/>
                    </a:lnB>
                  </a:tcPr>
                </a:tc>
                <a:tc>
                  <a:txBody>
                    <a:bodyPr/>
                    <a:lstStyle/>
                    <a:p>
                      <a:pPr marL="0" indent="0">
                        <a:buNone/>
                      </a:pPr>
                      <a:r>
                        <a:rPr lang="en-US" sz="1800" dirty="0">
                          <a:solidFill>
                            <a:srgbClr val="1F2328"/>
                          </a:solidFill>
                          <a:latin typeface="Arial" pitchFamily="34" charset="0"/>
                          <a:ea typeface="Arial" pitchFamily="34" charset="-122"/>
                          <a:cs typeface="Arial" pitchFamily="34" charset="-120"/>
                        </a:rPr>
                        <a:t>127,7</a:t>
                      </a:r>
                      <a:endParaRPr lang="en-US" sz="1800" dirty="0">
                        <a:latin typeface="Arial" charset="0"/>
                        <a:ea typeface="Arial" charset="0"/>
                        <a:cs typeface="Arial" charset="0"/>
                      </a:endParaRPr>
                    </a:p>
                  </a:txBody>
                  <a:tcPr anchor="ctr">
                    <a:lnL w="9525" cap="flat" cmpd="sng" algn="ctr">
                      <a:solidFill>
                        <a:srgbClr val="C9D2D8"/>
                      </a:solidFill>
                      <a:prstDash val="solid"/>
                      <a:round/>
                      <a:headEnd type="none" w="med" len="med"/>
                      <a:tailEnd type="none" w="med" len="med"/>
                    </a:lnL>
                    <a:lnR w="9525" cap="flat" cmpd="sng" algn="ctr">
                      <a:solidFill>
                        <a:srgbClr val="C9D2D8"/>
                      </a:solidFill>
                      <a:prstDash val="solid"/>
                      <a:round/>
                      <a:headEnd type="none" w="med" len="med"/>
                      <a:tailEnd type="none" w="med" len="med"/>
                    </a:lnR>
                    <a:lnT w="9525" cap="flat" cmpd="sng" algn="ctr">
                      <a:solidFill>
                        <a:srgbClr val="C9D2D8"/>
                      </a:solidFill>
                      <a:prstDash val="solid"/>
                      <a:round/>
                      <a:headEnd type="none" w="med" len="med"/>
                      <a:tailEnd type="none" w="med" len="med"/>
                    </a:lnT>
                    <a:lnB w="9525" cap="flat" cmpd="sng" algn="ctr">
                      <a:solidFill>
                        <a:srgbClr val="C9D2D8"/>
                      </a:solidFill>
                      <a:prstDash val="solid"/>
                      <a:round/>
                      <a:headEnd type="none" w="med" len="med"/>
                      <a:tailEnd type="none" w="med" len="med"/>
                    </a:lnB>
                  </a:tcPr>
                </a:tc>
                <a:tc>
                  <a:txBody>
                    <a:bodyPr/>
                    <a:lstStyle/>
                    <a:p>
                      <a:pPr marL="0" indent="0">
                        <a:buNone/>
                      </a:pPr>
                      <a:r>
                        <a:rPr lang="en-US" sz="1800" dirty="0">
                          <a:solidFill>
                            <a:srgbClr val="1F2328"/>
                          </a:solidFill>
                          <a:latin typeface="Arial" pitchFamily="34" charset="0"/>
                          <a:ea typeface="Arial" pitchFamily="34" charset="-122"/>
                          <a:cs typeface="Arial" pitchFamily="34" charset="-120"/>
                        </a:rPr>
                        <a:t>99</a:t>
                      </a:r>
                      <a:endParaRPr lang="en-US" sz="1800" dirty="0">
                        <a:latin typeface="Arial" charset="0"/>
                        <a:ea typeface="Arial" charset="0"/>
                        <a:cs typeface="Arial" charset="0"/>
                      </a:endParaRPr>
                    </a:p>
                  </a:txBody>
                  <a:tcPr anchor="ctr">
                    <a:lnL w="9525" cap="flat" cmpd="sng" algn="ctr">
                      <a:solidFill>
                        <a:srgbClr val="C9D2D8"/>
                      </a:solidFill>
                      <a:prstDash val="solid"/>
                      <a:round/>
                      <a:headEnd type="none" w="med" len="med"/>
                      <a:tailEnd type="none" w="med" len="med"/>
                    </a:lnL>
                    <a:lnR w="9525" cap="flat" cmpd="sng" algn="ctr">
                      <a:solidFill>
                        <a:srgbClr val="C9D2D8"/>
                      </a:solidFill>
                      <a:prstDash val="solid"/>
                      <a:round/>
                      <a:headEnd type="none" w="med" len="med"/>
                      <a:tailEnd type="none" w="med" len="med"/>
                    </a:lnR>
                    <a:lnT w="9525" cap="flat" cmpd="sng" algn="ctr">
                      <a:solidFill>
                        <a:srgbClr val="C9D2D8"/>
                      </a:solidFill>
                      <a:prstDash val="solid"/>
                      <a:round/>
                      <a:headEnd type="none" w="med" len="med"/>
                      <a:tailEnd type="none" w="med" len="med"/>
                    </a:lnT>
                    <a:lnB w="9525" cap="flat" cmpd="sng" algn="ctr">
                      <a:solidFill>
                        <a:srgbClr val="C9D2D8"/>
                      </a:solidFill>
                      <a:prstDash val="solid"/>
                      <a:round/>
                      <a:headEnd type="none" w="med" len="med"/>
                      <a:tailEnd type="none" w="med" len="med"/>
                    </a:lnB>
                  </a:tcPr>
                </a:tc>
                <a:tc>
                  <a:txBody>
                    <a:bodyPr/>
                    <a:lstStyle/>
                    <a:p>
                      <a:pPr marL="0" indent="0">
                        <a:buNone/>
                      </a:pPr>
                      <a:r>
                        <a:rPr lang="en-US" sz="1800" dirty="0">
                          <a:solidFill>
                            <a:srgbClr val="1F2328"/>
                          </a:solidFill>
                          <a:latin typeface="Arial" pitchFamily="34" charset="0"/>
                          <a:ea typeface="Arial" pitchFamily="34" charset="-122"/>
                          <a:cs typeface="Arial" pitchFamily="34" charset="-120"/>
                        </a:rPr>
                        <a:t>104,8</a:t>
                      </a:r>
                      <a:endParaRPr lang="en-US" sz="1800" dirty="0">
                        <a:latin typeface="Arial" charset="0"/>
                        <a:ea typeface="Arial" charset="0"/>
                        <a:cs typeface="Arial" charset="0"/>
                      </a:endParaRPr>
                    </a:p>
                  </a:txBody>
                  <a:tcPr anchor="ctr">
                    <a:lnL w="9525" cap="flat" cmpd="sng" algn="ctr">
                      <a:solidFill>
                        <a:srgbClr val="C9D2D8"/>
                      </a:solidFill>
                      <a:prstDash val="solid"/>
                      <a:round/>
                      <a:headEnd type="none" w="med" len="med"/>
                      <a:tailEnd type="none" w="med" len="med"/>
                    </a:lnL>
                    <a:lnR w="9525" cap="flat" cmpd="sng" algn="ctr">
                      <a:solidFill>
                        <a:srgbClr val="C9D2D8"/>
                      </a:solidFill>
                      <a:prstDash val="solid"/>
                      <a:round/>
                      <a:headEnd type="none" w="med" len="med"/>
                      <a:tailEnd type="none" w="med" len="med"/>
                    </a:lnR>
                    <a:lnT w="9525" cap="flat" cmpd="sng" algn="ctr">
                      <a:solidFill>
                        <a:srgbClr val="C9D2D8"/>
                      </a:solidFill>
                      <a:prstDash val="solid"/>
                      <a:round/>
                      <a:headEnd type="none" w="med" len="med"/>
                      <a:tailEnd type="none" w="med" len="med"/>
                    </a:lnT>
                    <a:lnB w="9525" cap="flat" cmpd="sng" algn="ctr">
                      <a:solidFill>
                        <a:srgbClr val="C9D2D8"/>
                      </a:solidFill>
                      <a:prstDash val="solid"/>
                      <a:round/>
                      <a:headEnd type="none" w="med" len="med"/>
                      <a:tailEnd type="none" w="med" len="med"/>
                    </a:lnB>
                  </a:tcPr>
                </a:tc>
                <a:tc>
                  <a:txBody>
                    <a:bodyPr/>
                    <a:lstStyle/>
                    <a:p>
                      <a:pPr marL="0" indent="0">
                        <a:buNone/>
                      </a:pPr>
                      <a:r>
                        <a:rPr lang="en-US" sz="1800" dirty="0">
                          <a:solidFill>
                            <a:srgbClr val="1F2328"/>
                          </a:solidFill>
                          <a:latin typeface="Arial" pitchFamily="34" charset="0"/>
                          <a:ea typeface="Arial" pitchFamily="34" charset="-122"/>
                          <a:cs typeface="Arial" pitchFamily="34" charset="-120"/>
                        </a:rPr>
                        <a:t>308</a:t>
                      </a:r>
                      <a:endParaRPr lang="en-US" sz="1800" dirty="0">
                        <a:latin typeface="Arial" charset="0"/>
                        <a:ea typeface="Arial" charset="0"/>
                        <a:cs typeface="Arial" charset="0"/>
                      </a:endParaRPr>
                    </a:p>
                  </a:txBody>
                  <a:tcPr anchor="ctr">
                    <a:lnL w="9525" cap="flat" cmpd="sng" algn="ctr">
                      <a:solidFill>
                        <a:srgbClr val="C9D2D8"/>
                      </a:solidFill>
                      <a:prstDash val="solid"/>
                      <a:round/>
                      <a:headEnd type="none" w="med" len="med"/>
                      <a:tailEnd type="none" w="med" len="med"/>
                    </a:lnL>
                    <a:lnR w="9525" cap="flat" cmpd="sng" algn="ctr">
                      <a:solidFill>
                        <a:srgbClr val="C9D2D8"/>
                      </a:solidFill>
                      <a:prstDash val="solid"/>
                      <a:round/>
                      <a:headEnd type="none" w="med" len="med"/>
                      <a:tailEnd type="none" w="med" len="med"/>
                    </a:lnR>
                    <a:lnT w="9525" cap="flat" cmpd="sng" algn="ctr">
                      <a:solidFill>
                        <a:srgbClr val="C9D2D8"/>
                      </a:solidFill>
                      <a:prstDash val="solid"/>
                      <a:round/>
                      <a:headEnd type="none" w="med" len="med"/>
                      <a:tailEnd type="none" w="med" len="med"/>
                    </a:lnT>
                    <a:lnB w="9525" cap="flat" cmpd="sng" algn="ctr">
                      <a:solidFill>
                        <a:srgbClr val="C9D2D8"/>
                      </a:solidFill>
                      <a:prstDash val="solid"/>
                      <a:round/>
                      <a:headEnd type="none" w="med" len="med"/>
                      <a:tailEnd type="none" w="med" len="med"/>
                    </a:lnB>
                  </a:tcPr>
                </a:tc>
                <a:extLst>
                  <a:ext uri="{0D108BD9-81ED-4DB2-BD59-A6C34878D82A}">
                    <a16:rowId xmlns:a16="http://schemas.microsoft.com/office/drawing/2014/main" val="10001"/>
                  </a:ext>
                </a:extLst>
              </a:tr>
              <a:tr h="640080">
                <a:tc>
                  <a:txBody>
                    <a:bodyPr/>
                    <a:lstStyle/>
                    <a:p>
                      <a:pPr marL="0" indent="0">
                        <a:buNone/>
                      </a:pPr>
                      <a:r>
                        <a:rPr lang="en-US" sz="1800" dirty="0">
                          <a:solidFill>
                            <a:srgbClr val="1F2328"/>
                          </a:solidFill>
                          <a:latin typeface="Arial" pitchFamily="34" charset="0"/>
                          <a:ea typeface="Arial" pitchFamily="34" charset="-122"/>
                          <a:cs typeface="Arial" pitchFamily="34" charset="-120"/>
                        </a:rPr>
                        <a:t>Jam 12</a:t>
                      </a:r>
                      <a:endParaRPr lang="en-US" sz="1800" dirty="0">
                        <a:latin typeface="Arial" charset="0"/>
                        <a:ea typeface="Arial" charset="0"/>
                        <a:cs typeface="Arial" charset="0"/>
                      </a:endParaRPr>
                    </a:p>
                  </a:txBody>
                  <a:tcPr anchor="ctr">
                    <a:lnL w="9525" cap="flat" cmpd="sng" algn="ctr">
                      <a:solidFill>
                        <a:srgbClr val="C9D2D8"/>
                      </a:solidFill>
                      <a:prstDash val="solid"/>
                      <a:round/>
                      <a:headEnd type="none" w="med" len="med"/>
                      <a:tailEnd type="none" w="med" len="med"/>
                    </a:lnL>
                    <a:lnR w="9525" cap="flat" cmpd="sng" algn="ctr">
                      <a:solidFill>
                        <a:srgbClr val="C9D2D8"/>
                      </a:solidFill>
                      <a:prstDash val="solid"/>
                      <a:round/>
                      <a:headEnd type="none" w="med" len="med"/>
                      <a:tailEnd type="none" w="med" len="med"/>
                    </a:lnR>
                    <a:lnT w="9525" cap="flat" cmpd="sng" algn="ctr">
                      <a:solidFill>
                        <a:srgbClr val="C9D2D8"/>
                      </a:solidFill>
                      <a:prstDash val="solid"/>
                      <a:round/>
                      <a:headEnd type="none" w="med" len="med"/>
                      <a:tailEnd type="none" w="med" len="med"/>
                    </a:lnT>
                    <a:lnB w="9525" cap="flat" cmpd="sng" algn="ctr">
                      <a:solidFill>
                        <a:srgbClr val="C9D2D8"/>
                      </a:solidFill>
                      <a:prstDash val="solid"/>
                      <a:round/>
                      <a:headEnd type="none" w="med" len="med"/>
                      <a:tailEnd type="none" w="med" len="med"/>
                    </a:lnB>
                  </a:tcPr>
                </a:tc>
                <a:tc>
                  <a:txBody>
                    <a:bodyPr/>
                    <a:lstStyle/>
                    <a:p>
                      <a:pPr marL="0" indent="0">
                        <a:buNone/>
                      </a:pPr>
                      <a:r>
                        <a:rPr lang="en-US" sz="1800" dirty="0">
                          <a:solidFill>
                            <a:srgbClr val="1F2328"/>
                          </a:solidFill>
                          <a:latin typeface="Arial" pitchFamily="34" charset="0"/>
                          <a:ea typeface="Arial" pitchFamily="34" charset="-122"/>
                          <a:cs typeface="Arial" pitchFamily="34" charset="-120"/>
                        </a:rPr>
                        <a:t>33</a:t>
                      </a:r>
                      <a:endParaRPr lang="en-US" sz="1800" dirty="0">
                        <a:latin typeface="Arial" charset="0"/>
                        <a:ea typeface="Arial" charset="0"/>
                        <a:cs typeface="Arial" charset="0"/>
                      </a:endParaRPr>
                    </a:p>
                  </a:txBody>
                  <a:tcPr anchor="ctr">
                    <a:lnL w="9525" cap="flat" cmpd="sng" algn="ctr">
                      <a:solidFill>
                        <a:srgbClr val="C9D2D8"/>
                      </a:solidFill>
                      <a:prstDash val="solid"/>
                      <a:round/>
                      <a:headEnd type="none" w="med" len="med"/>
                      <a:tailEnd type="none" w="med" len="med"/>
                    </a:lnL>
                    <a:lnR w="9525" cap="flat" cmpd="sng" algn="ctr">
                      <a:solidFill>
                        <a:srgbClr val="C9D2D8"/>
                      </a:solidFill>
                      <a:prstDash val="solid"/>
                      <a:round/>
                      <a:headEnd type="none" w="med" len="med"/>
                      <a:tailEnd type="none" w="med" len="med"/>
                    </a:lnR>
                    <a:lnT w="9525" cap="flat" cmpd="sng" algn="ctr">
                      <a:solidFill>
                        <a:srgbClr val="C9D2D8"/>
                      </a:solidFill>
                      <a:prstDash val="solid"/>
                      <a:round/>
                      <a:headEnd type="none" w="med" len="med"/>
                      <a:tailEnd type="none" w="med" len="med"/>
                    </a:lnT>
                    <a:lnB w="9525" cap="flat" cmpd="sng" algn="ctr">
                      <a:solidFill>
                        <a:srgbClr val="C9D2D8"/>
                      </a:solidFill>
                      <a:prstDash val="solid"/>
                      <a:round/>
                      <a:headEnd type="none" w="med" len="med"/>
                      <a:tailEnd type="none" w="med" len="med"/>
                    </a:lnB>
                  </a:tcPr>
                </a:tc>
                <a:tc>
                  <a:txBody>
                    <a:bodyPr/>
                    <a:lstStyle/>
                    <a:p>
                      <a:pPr marL="0" indent="0">
                        <a:buNone/>
                      </a:pPr>
                      <a:r>
                        <a:rPr lang="en-US" sz="1800" dirty="0">
                          <a:solidFill>
                            <a:srgbClr val="1F2328"/>
                          </a:solidFill>
                          <a:latin typeface="Arial" pitchFamily="34" charset="0"/>
                          <a:ea typeface="Arial" pitchFamily="34" charset="-122"/>
                          <a:cs typeface="Arial" pitchFamily="34" charset="-120"/>
                        </a:rPr>
                        <a:t>195,8</a:t>
                      </a:r>
                      <a:endParaRPr lang="en-US" sz="1800" dirty="0">
                        <a:latin typeface="Arial" charset="0"/>
                        <a:ea typeface="Arial" charset="0"/>
                        <a:cs typeface="Arial" charset="0"/>
                      </a:endParaRPr>
                    </a:p>
                  </a:txBody>
                  <a:tcPr anchor="ctr">
                    <a:lnL w="9525" cap="flat" cmpd="sng" algn="ctr">
                      <a:solidFill>
                        <a:srgbClr val="C9D2D8"/>
                      </a:solidFill>
                      <a:prstDash val="solid"/>
                      <a:round/>
                      <a:headEnd type="none" w="med" len="med"/>
                      <a:tailEnd type="none" w="med" len="med"/>
                    </a:lnL>
                    <a:lnR w="9525" cap="flat" cmpd="sng" algn="ctr">
                      <a:solidFill>
                        <a:srgbClr val="C9D2D8"/>
                      </a:solidFill>
                      <a:prstDash val="solid"/>
                      <a:round/>
                      <a:headEnd type="none" w="med" len="med"/>
                      <a:tailEnd type="none" w="med" len="med"/>
                    </a:lnR>
                    <a:lnT w="9525" cap="flat" cmpd="sng" algn="ctr">
                      <a:solidFill>
                        <a:srgbClr val="C9D2D8"/>
                      </a:solidFill>
                      <a:prstDash val="solid"/>
                      <a:round/>
                      <a:headEnd type="none" w="med" len="med"/>
                      <a:tailEnd type="none" w="med" len="med"/>
                    </a:lnT>
                    <a:lnB w="9525" cap="flat" cmpd="sng" algn="ctr">
                      <a:solidFill>
                        <a:srgbClr val="C9D2D8"/>
                      </a:solidFill>
                      <a:prstDash val="solid"/>
                      <a:round/>
                      <a:headEnd type="none" w="med" len="med"/>
                      <a:tailEnd type="none" w="med" len="med"/>
                    </a:lnB>
                  </a:tcPr>
                </a:tc>
                <a:tc>
                  <a:txBody>
                    <a:bodyPr/>
                    <a:lstStyle/>
                    <a:p>
                      <a:pPr marL="0" indent="0">
                        <a:buNone/>
                      </a:pPr>
                      <a:r>
                        <a:rPr lang="en-US" sz="1800" dirty="0">
                          <a:solidFill>
                            <a:srgbClr val="1F2328"/>
                          </a:solidFill>
                          <a:latin typeface="Arial" pitchFamily="34" charset="0"/>
                          <a:ea typeface="Arial" pitchFamily="34" charset="-122"/>
                          <a:cs typeface="Arial" pitchFamily="34" charset="-120"/>
                        </a:rPr>
                        <a:t>137</a:t>
                      </a:r>
                      <a:endParaRPr lang="en-US" sz="1800" dirty="0">
                        <a:latin typeface="Arial" charset="0"/>
                        <a:ea typeface="Arial" charset="0"/>
                        <a:cs typeface="Arial" charset="0"/>
                      </a:endParaRPr>
                    </a:p>
                  </a:txBody>
                  <a:tcPr anchor="ctr">
                    <a:lnL w="9525" cap="flat" cmpd="sng" algn="ctr">
                      <a:solidFill>
                        <a:srgbClr val="C9D2D8"/>
                      </a:solidFill>
                      <a:prstDash val="solid"/>
                      <a:round/>
                      <a:headEnd type="none" w="med" len="med"/>
                      <a:tailEnd type="none" w="med" len="med"/>
                    </a:lnL>
                    <a:lnR w="9525" cap="flat" cmpd="sng" algn="ctr">
                      <a:solidFill>
                        <a:srgbClr val="C9D2D8"/>
                      </a:solidFill>
                      <a:prstDash val="solid"/>
                      <a:round/>
                      <a:headEnd type="none" w="med" len="med"/>
                      <a:tailEnd type="none" w="med" len="med"/>
                    </a:lnR>
                    <a:lnT w="9525" cap="flat" cmpd="sng" algn="ctr">
                      <a:solidFill>
                        <a:srgbClr val="C9D2D8"/>
                      </a:solidFill>
                      <a:prstDash val="solid"/>
                      <a:round/>
                      <a:headEnd type="none" w="med" len="med"/>
                      <a:tailEnd type="none" w="med" len="med"/>
                    </a:lnT>
                    <a:lnB w="9525" cap="flat" cmpd="sng" algn="ctr">
                      <a:solidFill>
                        <a:srgbClr val="C9D2D8"/>
                      </a:solidFill>
                      <a:prstDash val="solid"/>
                      <a:round/>
                      <a:headEnd type="none" w="med" len="med"/>
                      <a:tailEnd type="none" w="med" len="med"/>
                    </a:lnB>
                  </a:tcPr>
                </a:tc>
                <a:tc>
                  <a:txBody>
                    <a:bodyPr/>
                    <a:lstStyle/>
                    <a:p>
                      <a:pPr marL="0" indent="0">
                        <a:buNone/>
                      </a:pPr>
                      <a:r>
                        <a:rPr lang="en-US" sz="1800" dirty="0">
                          <a:solidFill>
                            <a:srgbClr val="1F2328"/>
                          </a:solidFill>
                          <a:latin typeface="Arial" pitchFamily="34" charset="0"/>
                          <a:ea typeface="Arial" pitchFamily="34" charset="-122"/>
                          <a:cs typeface="Arial" pitchFamily="34" charset="-120"/>
                        </a:rPr>
                        <a:t>152,3</a:t>
                      </a:r>
                      <a:endParaRPr lang="en-US" sz="1800" dirty="0">
                        <a:latin typeface="Arial" charset="0"/>
                        <a:ea typeface="Arial" charset="0"/>
                        <a:cs typeface="Arial" charset="0"/>
                      </a:endParaRPr>
                    </a:p>
                  </a:txBody>
                  <a:tcPr anchor="ctr">
                    <a:lnL w="9525" cap="flat" cmpd="sng" algn="ctr">
                      <a:solidFill>
                        <a:srgbClr val="C9D2D8"/>
                      </a:solidFill>
                      <a:prstDash val="solid"/>
                      <a:round/>
                      <a:headEnd type="none" w="med" len="med"/>
                      <a:tailEnd type="none" w="med" len="med"/>
                    </a:lnL>
                    <a:lnR w="9525" cap="flat" cmpd="sng" algn="ctr">
                      <a:solidFill>
                        <a:srgbClr val="C9D2D8"/>
                      </a:solidFill>
                      <a:prstDash val="solid"/>
                      <a:round/>
                      <a:headEnd type="none" w="med" len="med"/>
                      <a:tailEnd type="none" w="med" len="med"/>
                    </a:lnR>
                    <a:lnT w="9525" cap="flat" cmpd="sng" algn="ctr">
                      <a:solidFill>
                        <a:srgbClr val="C9D2D8"/>
                      </a:solidFill>
                      <a:prstDash val="solid"/>
                      <a:round/>
                      <a:headEnd type="none" w="med" len="med"/>
                      <a:tailEnd type="none" w="med" len="med"/>
                    </a:lnT>
                    <a:lnB w="9525" cap="flat" cmpd="sng" algn="ctr">
                      <a:solidFill>
                        <a:srgbClr val="C9D2D8"/>
                      </a:solidFill>
                      <a:prstDash val="solid"/>
                      <a:round/>
                      <a:headEnd type="none" w="med" len="med"/>
                      <a:tailEnd type="none" w="med" len="med"/>
                    </a:lnB>
                  </a:tcPr>
                </a:tc>
                <a:tc>
                  <a:txBody>
                    <a:bodyPr/>
                    <a:lstStyle/>
                    <a:p>
                      <a:pPr marL="0" indent="0">
                        <a:buNone/>
                      </a:pPr>
                      <a:r>
                        <a:rPr lang="en-US" sz="1800" dirty="0">
                          <a:solidFill>
                            <a:srgbClr val="1F2328"/>
                          </a:solidFill>
                          <a:latin typeface="Arial" pitchFamily="34" charset="0"/>
                          <a:ea typeface="Arial" pitchFamily="34" charset="-122"/>
                          <a:cs typeface="Arial" pitchFamily="34" charset="-120"/>
                        </a:rPr>
                        <a:t>503</a:t>
                      </a:r>
                      <a:endParaRPr lang="en-US" sz="1800" dirty="0">
                        <a:latin typeface="Arial" charset="0"/>
                        <a:ea typeface="Arial" charset="0"/>
                        <a:cs typeface="Arial" charset="0"/>
                      </a:endParaRPr>
                    </a:p>
                  </a:txBody>
                  <a:tcPr anchor="ctr">
                    <a:lnL w="9525" cap="flat" cmpd="sng" algn="ctr">
                      <a:solidFill>
                        <a:srgbClr val="C9D2D8"/>
                      </a:solidFill>
                      <a:prstDash val="solid"/>
                      <a:round/>
                      <a:headEnd type="none" w="med" len="med"/>
                      <a:tailEnd type="none" w="med" len="med"/>
                    </a:lnL>
                    <a:lnR w="9525" cap="flat" cmpd="sng" algn="ctr">
                      <a:solidFill>
                        <a:srgbClr val="C9D2D8"/>
                      </a:solidFill>
                      <a:prstDash val="solid"/>
                      <a:round/>
                      <a:headEnd type="none" w="med" len="med"/>
                      <a:tailEnd type="none" w="med" len="med"/>
                    </a:lnR>
                    <a:lnT w="9525" cap="flat" cmpd="sng" algn="ctr">
                      <a:solidFill>
                        <a:srgbClr val="C9D2D8"/>
                      </a:solidFill>
                      <a:prstDash val="solid"/>
                      <a:round/>
                      <a:headEnd type="none" w="med" len="med"/>
                      <a:tailEnd type="none" w="med" len="med"/>
                    </a:lnT>
                    <a:lnB w="9525" cap="flat" cmpd="sng" algn="ctr">
                      <a:solidFill>
                        <a:srgbClr val="C9D2D8"/>
                      </a:solidFill>
                      <a:prstDash val="solid"/>
                      <a:round/>
                      <a:headEnd type="none" w="med" len="med"/>
                      <a:tailEnd type="none" w="med" len="med"/>
                    </a:lnB>
                  </a:tcPr>
                </a:tc>
                <a:extLst>
                  <a:ext uri="{0D108BD9-81ED-4DB2-BD59-A6C34878D82A}">
                    <a16:rowId xmlns:a16="http://schemas.microsoft.com/office/drawing/2014/main" val="10002"/>
                  </a:ext>
                </a:extLst>
              </a:tr>
              <a:tr h="640080">
                <a:tc>
                  <a:txBody>
                    <a:bodyPr/>
                    <a:lstStyle/>
                    <a:p>
                      <a:pPr marL="0" indent="0">
                        <a:buNone/>
                      </a:pPr>
                      <a:r>
                        <a:rPr lang="en-US" sz="1800" dirty="0">
                          <a:solidFill>
                            <a:srgbClr val="1F2328"/>
                          </a:solidFill>
                          <a:latin typeface="Arial" pitchFamily="34" charset="0"/>
                          <a:ea typeface="Arial" pitchFamily="34" charset="-122"/>
                          <a:cs typeface="Arial" pitchFamily="34" charset="-120"/>
                        </a:rPr>
                        <a:t>Jam 15</a:t>
                      </a:r>
                      <a:endParaRPr lang="en-US" sz="1800" dirty="0">
                        <a:latin typeface="Arial" charset="0"/>
                        <a:ea typeface="Arial" charset="0"/>
                        <a:cs typeface="Arial" charset="0"/>
                      </a:endParaRPr>
                    </a:p>
                  </a:txBody>
                  <a:tcPr anchor="ctr">
                    <a:lnL w="9525" cap="flat" cmpd="sng" algn="ctr">
                      <a:solidFill>
                        <a:srgbClr val="C9D2D8"/>
                      </a:solidFill>
                      <a:prstDash val="solid"/>
                      <a:round/>
                      <a:headEnd type="none" w="med" len="med"/>
                      <a:tailEnd type="none" w="med" len="med"/>
                    </a:lnL>
                    <a:lnR w="9525" cap="flat" cmpd="sng" algn="ctr">
                      <a:solidFill>
                        <a:srgbClr val="C9D2D8"/>
                      </a:solidFill>
                      <a:prstDash val="solid"/>
                      <a:round/>
                      <a:headEnd type="none" w="med" len="med"/>
                      <a:tailEnd type="none" w="med" len="med"/>
                    </a:lnR>
                    <a:lnT w="9525" cap="flat" cmpd="sng" algn="ctr">
                      <a:solidFill>
                        <a:srgbClr val="C9D2D8"/>
                      </a:solidFill>
                      <a:prstDash val="solid"/>
                      <a:round/>
                      <a:headEnd type="none" w="med" len="med"/>
                      <a:tailEnd type="none" w="med" len="med"/>
                    </a:lnT>
                    <a:lnB w="9525" cap="flat" cmpd="sng" algn="ctr">
                      <a:solidFill>
                        <a:srgbClr val="C9D2D8"/>
                      </a:solidFill>
                      <a:prstDash val="solid"/>
                      <a:round/>
                      <a:headEnd type="none" w="med" len="med"/>
                      <a:tailEnd type="none" w="med" len="med"/>
                    </a:lnB>
                  </a:tcPr>
                </a:tc>
                <a:tc>
                  <a:txBody>
                    <a:bodyPr/>
                    <a:lstStyle/>
                    <a:p>
                      <a:pPr marL="0" indent="0">
                        <a:buNone/>
                      </a:pPr>
                      <a:r>
                        <a:rPr lang="en-US" sz="1800" dirty="0">
                          <a:solidFill>
                            <a:srgbClr val="1F2328"/>
                          </a:solidFill>
                          <a:latin typeface="Arial" pitchFamily="34" charset="0"/>
                          <a:ea typeface="Arial" pitchFamily="34" charset="-122"/>
                          <a:cs typeface="Arial" pitchFamily="34" charset="-120"/>
                        </a:rPr>
                        <a:t>9</a:t>
                      </a:r>
                      <a:endParaRPr lang="en-US" sz="1800" dirty="0">
                        <a:latin typeface="Arial" charset="0"/>
                        <a:ea typeface="Arial" charset="0"/>
                        <a:cs typeface="Arial" charset="0"/>
                      </a:endParaRPr>
                    </a:p>
                  </a:txBody>
                  <a:tcPr anchor="ctr">
                    <a:lnL w="9525" cap="flat" cmpd="sng" algn="ctr">
                      <a:solidFill>
                        <a:srgbClr val="C9D2D8"/>
                      </a:solidFill>
                      <a:prstDash val="solid"/>
                      <a:round/>
                      <a:headEnd type="none" w="med" len="med"/>
                      <a:tailEnd type="none" w="med" len="med"/>
                    </a:lnL>
                    <a:lnR w="9525" cap="flat" cmpd="sng" algn="ctr">
                      <a:solidFill>
                        <a:srgbClr val="C9D2D8"/>
                      </a:solidFill>
                      <a:prstDash val="solid"/>
                      <a:round/>
                      <a:headEnd type="none" w="med" len="med"/>
                      <a:tailEnd type="none" w="med" len="med"/>
                    </a:lnR>
                    <a:lnT w="9525" cap="flat" cmpd="sng" algn="ctr">
                      <a:solidFill>
                        <a:srgbClr val="C9D2D8"/>
                      </a:solidFill>
                      <a:prstDash val="solid"/>
                      <a:round/>
                      <a:headEnd type="none" w="med" len="med"/>
                      <a:tailEnd type="none" w="med" len="med"/>
                    </a:lnT>
                    <a:lnB w="9525" cap="flat" cmpd="sng" algn="ctr">
                      <a:solidFill>
                        <a:srgbClr val="C9D2D8"/>
                      </a:solidFill>
                      <a:prstDash val="solid"/>
                      <a:round/>
                      <a:headEnd type="none" w="med" len="med"/>
                      <a:tailEnd type="none" w="med" len="med"/>
                    </a:lnB>
                  </a:tcPr>
                </a:tc>
                <a:tc>
                  <a:txBody>
                    <a:bodyPr/>
                    <a:lstStyle/>
                    <a:p>
                      <a:pPr marL="0" indent="0">
                        <a:buNone/>
                      </a:pPr>
                      <a:r>
                        <a:rPr lang="en-US" sz="1800" dirty="0">
                          <a:solidFill>
                            <a:srgbClr val="1F2328"/>
                          </a:solidFill>
                          <a:latin typeface="Arial" pitchFamily="34" charset="0"/>
                          <a:ea typeface="Arial" pitchFamily="34" charset="-122"/>
                          <a:cs typeface="Arial" pitchFamily="34" charset="-120"/>
                        </a:rPr>
                        <a:t>96,4</a:t>
                      </a:r>
                      <a:endParaRPr lang="en-US" sz="1800" dirty="0">
                        <a:latin typeface="Arial" charset="0"/>
                        <a:ea typeface="Arial" charset="0"/>
                        <a:cs typeface="Arial" charset="0"/>
                      </a:endParaRPr>
                    </a:p>
                  </a:txBody>
                  <a:tcPr anchor="ctr">
                    <a:lnL w="9525" cap="flat" cmpd="sng" algn="ctr">
                      <a:solidFill>
                        <a:srgbClr val="C9D2D8"/>
                      </a:solidFill>
                      <a:prstDash val="solid"/>
                      <a:round/>
                      <a:headEnd type="none" w="med" len="med"/>
                      <a:tailEnd type="none" w="med" len="med"/>
                    </a:lnL>
                    <a:lnR w="9525" cap="flat" cmpd="sng" algn="ctr">
                      <a:solidFill>
                        <a:srgbClr val="C9D2D8"/>
                      </a:solidFill>
                      <a:prstDash val="solid"/>
                      <a:round/>
                      <a:headEnd type="none" w="med" len="med"/>
                      <a:tailEnd type="none" w="med" len="med"/>
                    </a:lnR>
                    <a:lnT w="9525" cap="flat" cmpd="sng" algn="ctr">
                      <a:solidFill>
                        <a:srgbClr val="C9D2D8"/>
                      </a:solidFill>
                      <a:prstDash val="solid"/>
                      <a:round/>
                      <a:headEnd type="none" w="med" len="med"/>
                      <a:tailEnd type="none" w="med" len="med"/>
                    </a:lnT>
                    <a:lnB w="9525" cap="flat" cmpd="sng" algn="ctr">
                      <a:solidFill>
                        <a:srgbClr val="C9D2D8"/>
                      </a:solidFill>
                      <a:prstDash val="solid"/>
                      <a:round/>
                      <a:headEnd type="none" w="med" len="med"/>
                      <a:tailEnd type="none" w="med" len="med"/>
                    </a:lnB>
                  </a:tcPr>
                </a:tc>
                <a:tc>
                  <a:txBody>
                    <a:bodyPr/>
                    <a:lstStyle/>
                    <a:p>
                      <a:pPr marL="0" indent="0">
                        <a:buNone/>
                      </a:pPr>
                      <a:r>
                        <a:rPr lang="en-US" sz="1800" dirty="0">
                          <a:solidFill>
                            <a:srgbClr val="1F2328"/>
                          </a:solidFill>
                          <a:latin typeface="Arial" pitchFamily="34" charset="0"/>
                          <a:ea typeface="Arial" pitchFamily="34" charset="-122"/>
                          <a:cs typeface="Arial" pitchFamily="34" charset="-120"/>
                        </a:rPr>
                        <a:t>62</a:t>
                      </a:r>
                      <a:endParaRPr lang="en-US" sz="1800" dirty="0">
                        <a:latin typeface="Arial" charset="0"/>
                        <a:ea typeface="Arial" charset="0"/>
                        <a:cs typeface="Arial" charset="0"/>
                      </a:endParaRPr>
                    </a:p>
                  </a:txBody>
                  <a:tcPr anchor="ctr">
                    <a:lnL w="9525" cap="flat" cmpd="sng" algn="ctr">
                      <a:solidFill>
                        <a:srgbClr val="C9D2D8"/>
                      </a:solidFill>
                      <a:prstDash val="solid"/>
                      <a:round/>
                      <a:headEnd type="none" w="med" len="med"/>
                      <a:tailEnd type="none" w="med" len="med"/>
                    </a:lnL>
                    <a:lnR w="9525" cap="flat" cmpd="sng" algn="ctr">
                      <a:solidFill>
                        <a:srgbClr val="C9D2D8"/>
                      </a:solidFill>
                      <a:prstDash val="solid"/>
                      <a:round/>
                      <a:headEnd type="none" w="med" len="med"/>
                      <a:tailEnd type="none" w="med" len="med"/>
                    </a:lnR>
                    <a:lnT w="9525" cap="flat" cmpd="sng" algn="ctr">
                      <a:solidFill>
                        <a:srgbClr val="C9D2D8"/>
                      </a:solidFill>
                      <a:prstDash val="solid"/>
                      <a:round/>
                      <a:headEnd type="none" w="med" len="med"/>
                      <a:tailEnd type="none" w="med" len="med"/>
                    </a:lnT>
                    <a:lnB w="9525" cap="flat" cmpd="sng" algn="ctr">
                      <a:solidFill>
                        <a:srgbClr val="C9D2D8"/>
                      </a:solidFill>
                      <a:prstDash val="solid"/>
                      <a:round/>
                      <a:headEnd type="none" w="med" len="med"/>
                      <a:tailEnd type="none" w="med" len="med"/>
                    </a:lnB>
                  </a:tcPr>
                </a:tc>
                <a:tc>
                  <a:txBody>
                    <a:bodyPr/>
                    <a:lstStyle/>
                    <a:p>
                      <a:pPr marL="0" indent="0">
                        <a:buNone/>
                      </a:pPr>
                      <a:r>
                        <a:rPr lang="en-US" sz="1800" dirty="0">
                          <a:solidFill>
                            <a:srgbClr val="1F2328"/>
                          </a:solidFill>
                          <a:latin typeface="Arial" pitchFamily="34" charset="0"/>
                          <a:ea typeface="Arial" pitchFamily="34" charset="-122"/>
                          <a:cs typeface="Arial" pitchFamily="34" charset="-120"/>
                        </a:rPr>
                        <a:t>92,8</a:t>
                      </a:r>
                      <a:endParaRPr lang="en-US" sz="1800" dirty="0">
                        <a:latin typeface="Arial" charset="0"/>
                        <a:ea typeface="Arial" charset="0"/>
                        <a:cs typeface="Arial" charset="0"/>
                      </a:endParaRPr>
                    </a:p>
                  </a:txBody>
                  <a:tcPr anchor="ctr">
                    <a:lnL w="9525" cap="flat" cmpd="sng" algn="ctr">
                      <a:solidFill>
                        <a:srgbClr val="C9D2D8"/>
                      </a:solidFill>
                      <a:prstDash val="solid"/>
                      <a:round/>
                      <a:headEnd type="none" w="med" len="med"/>
                      <a:tailEnd type="none" w="med" len="med"/>
                    </a:lnL>
                    <a:lnR w="9525" cap="flat" cmpd="sng" algn="ctr">
                      <a:solidFill>
                        <a:srgbClr val="C9D2D8"/>
                      </a:solidFill>
                      <a:prstDash val="solid"/>
                      <a:round/>
                      <a:headEnd type="none" w="med" len="med"/>
                      <a:tailEnd type="none" w="med" len="med"/>
                    </a:lnR>
                    <a:lnT w="9525" cap="flat" cmpd="sng" algn="ctr">
                      <a:solidFill>
                        <a:srgbClr val="C9D2D8"/>
                      </a:solidFill>
                      <a:prstDash val="solid"/>
                      <a:round/>
                      <a:headEnd type="none" w="med" len="med"/>
                      <a:tailEnd type="none" w="med" len="med"/>
                    </a:lnT>
                    <a:lnB w="9525" cap="flat" cmpd="sng" algn="ctr">
                      <a:solidFill>
                        <a:srgbClr val="C9D2D8"/>
                      </a:solidFill>
                      <a:prstDash val="solid"/>
                      <a:round/>
                      <a:headEnd type="none" w="med" len="med"/>
                      <a:tailEnd type="none" w="med" len="med"/>
                    </a:lnB>
                  </a:tcPr>
                </a:tc>
                <a:tc>
                  <a:txBody>
                    <a:bodyPr/>
                    <a:lstStyle/>
                    <a:p>
                      <a:pPr marL="0" indent="0">
                        <a:buNone/>
                      </a:pPr>
                      <a:r>
                        <a:rPr lang="en-US" sz="1800" dirty="0">
                          <a:solidFill>
                            <a:srgbClr val="1F2328"/>
                          </a:solidFill>
                          <a:latin typeface="Arial" pitchFamily="34" charset="0"/>
                          <a:ea typeface="Arial" pitchFamily="34" charset="-122"/>
                          <a:cs typeface="Arial" pitchFamily="34" charset="-120"/>
                        </a:rPr>
                        <a:t>256</a:t>
                      </a:r>
                      <a:endParaRPr lang="en-US" sz="1800" dirty="0">
                        <a:latin typeface="Arial" charset="0"/>
                        <a:ea typeface="Arial" charset="0"/>
                        <a:cs typeface="Arial" charset="0"/>
                      </a:endParaRPr>
                    </a:p>
                  </a:txBody>
                  <a:tcPr anchor="ctr">
                    <a:lnL w="9525" cap="flat" cmpd="sng" algn="ctr">
                      <a:solidFill>
                        <a:srgbClr val="C9D2D8"/>
                      </a:solidFill>
                      <a:prstDash val="solid"/>
                      <a:round/>
                      <a:headEnd type="none" w="med" len="med"/>
                      <a:tailEnd type="none" w="med" len="med"/>
                    </a:lnL>
                    <a:lnR w="9525" cap="flat" cmpd="sng" algn="ctr">
                      <a:solidFill>
                        <a:srgbClr val="C9D2D8"/>
                      </a:solidFill>
                      <a:prstDash val="solid"/>
                      <a:round/>
                      <a:headEnd type="none" w="med" len="med"/>
                      <a:tailEnd type="none" w="med" len="med"/>
                    </a:lnR>
                    <a:lnT w="9525" cap="flat" cmpd="sng" algn="ctr">
                      <a:solidFill>
                        <a:srgbClr val="C9D2D8"/>
                      </a:solidFill>
                      <a:prstDash val="solid"/>
                      <a:round/>
                      <a:headEnd type="none" w="med" len="med"/>
                      <a:tailEnd type="none" w="med" len="med"/>
                    </a:lnT>
                    <a:lnB w="9525" cap="flat" cmpd="sng" algn="ctr">
                      <a:solidFill>
                        <a:srgbClr val="C9D2D8"/>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6" name="Shape 2"/>
          <p:cNvSpPr/>
          <p:nvPr/>
        </p:nvSpPr>
        <p:spPr>
          <a:xfrm>
            <a:off x="7863840" y="1554480"/>
            <a:ext cx="3776472" cy="3017520"/>
          </a:xfrm>
          <a:prstGeom prst="rect">
            <a:avLst/>
          </a:prstGeom>
          <a:solidFill>
            <a:srgbClr val="E6EDD6"/>
          </a:solidFill>
          <a:ln/>
        </p:spPr>
      </p:sp>
      <p:sp>
        <p:nvSpPr>
          <p:cNvPr id="7" name="Text 3"/>
          <p:cNvSpPr txBox="1"/>
          <p:nvPr/>
        </p:nvSpPr>
        <p:spPr>
          <a:xfrm>
            <a:off x="8138160" y="1783080"/>
            <a:ext cx="3291840" cy="822960"/>
          </a:xfrm>
          <a:prstGeom prst="rect">
            <a:avLst/>
          </a:prstGeom>
          <a:noFill/>
          <a:ln/>
        </p:spPr>
        <p:txBody>
          <a:bodyPr wrap="square" lIns="0" tIns="0" rIns="0" bIns="0" rtlCol="0" anchor="t"/>
          <a:lstStyle/>
          <a:p>
            <a:pPr marL="0" indent="0">
              <a:buNone/>
            </a:pPr>
            <a:r>
              <a:rPr lang="en-US" sz="4800" b="1" dirty="0">
                <a:solidFill>
                  <a:srgbClr val="9C4A0B"/>
                </a:solidFill>
                <a:latin typeface="Arial" pitchFamily="34" charset="0"/>
                <a:ea typeface="Arial" pitchFamily="34" charset="-122"/>
                <a:cs typeface="Arial" pitchFamily="34" charset="-120"/>
              </a:rPr>
              <a:t>137</a:t>
            </a:r>
            <a:endParaRPr lang="en-US" sz="4800" dirty="0"/>
          </a:p>
        </p:txBody>
      </p:sp>
      <p:sp>
        <p:nvSpPr>
          <p:cNvPr id="8" name="Text 4"/>
          <p:cNvSpPr txBox="1"/>
          <p:nvPr/>
        </p:nvSpPr>
        <p:spPr>
          <a:xfrm>
            <a:off x="8138160" y="2651760"/>
            <a:ext cx="3291840" cy="411480"/>
          </a:xfrm>
          <a:prstGeom prst="rect">
            <a:avLst/>
          </a:prstGeom>
          <a:noFill/>
          <a:ln/>
        </p:spPr>
        <p:txBody>
          <a:bodyPr wrap="square" lIns="0" tIns="0" rIns="0" bIns="0" rtlCol="0" anchor="t"/>
          <a:lstStyle/>
          <a:p>
            <a:pPr marL="0" indent="0">
              <a:buNone/>
            </a:pPr>
            <a:r>
              <a:rPr lang="en-US" sz="1800" b="1" dirty="0">
                <a:solidFill>
                  <a:srgbClr val="1F2328"/>
                </a:solidFill>
                <a:latin typeface="Arial" pitchFamily="34" charset="0"/>
                <a:ea typeface="Arial" pitchFamily="34" charset="-122"/>
                <a:cs typeface="Arial" pitchFamily="34" charset="-120"/>
              </a:rPr>
              <a:t>detik median jam 12</a:t>
            </a:r>
            <a:endParaRPr lang="en-US" sz="1800" dirty="0"/>
          </a:p>
        </p:txBody>
      </p:sp>
      <p:sp>
        <p:nvSpPr>
          <p:cNvPr id="9" name="Text 5"/>
          <p:cNvSpPr txBox="1"/>
          <p:nvPr/>
        </p:nvSpPr>
        <p:spPr>
          <a:xfrm>
            <a:off x="8138160" y="3200400"/>
            <a:ext cx="3291840" cy="1097280"/>
          </a:xfrm>
          <a:prstGeom prst="rect">
            <a:avLst/>
          </a:prstGeom>
          <a:noFill/>
          <a:ln/>
        </p:spPr>
        <p:txBody>
          <a:bodyPr wrap="square" lIns="0" tIns="0" rIns="0" bIns="0" rtlCol="0" anchor="t"/>
          <a:lstStyle/>
          <a:p>
            <a:pPr marL="0" indent="0">
              <a:buNone/>
            </a:pPr>
            <a:r>
              <a:rPr lang="en-US" sz="1600" dirty="0">
                <a:solidFill>
                  <a:srgbClr val="505A66"/>
                </a:solidFill>
                <a:latin typeface="Arial" pitchFamily="34" charset="0"/>
                <a:ea typeface="Arial" pitchFamily="34" charset="-122"/>
                <a:cs typeface="Arial" pitchFamily="34" charset="-120"/>
              </a:rPr>
              <a:t>Tertinggi dari tiga sesi. 5 dari 6 pencilan ada di jam ini.</a:t>
            </a:r>
            <a:endParaRPr lang="en-US" sz="1600" dirty="0"/>
          </a:p>
        </p:txBody>
      </p:sp>
      <p:sp>
        <p:nvSpPr>
          <p:cNvPr id="10" name="Text 6"/>
          <p:cNvSpPr txBox="1"/>
          <p:nvPr/>
        </p:nvSpPr>
        <p:spPr>
          <a:xfrm>
            <a:off x="548640" y="4937760"/>
            <a:ext cx="10972800" cy="457200"/>
          </a:xfrm>
          <a:prstGeom prst="rect">
            <a:avLst/>
          </a:prstGeom>
          <a:noFill/>
          <a:ln/>
        </p:spPr>
        <p:txBody>
          <a:bodyPr wrap="square" lIns="0" tIns="0" rIns="0" bIns="0" rtlCol="0" anchor="t"/>
          <a:lstStyle/>
          <a:p>
            <a:pPr marL="0" indent="0">
              <a:buNone/>
            </a:pPr>
            <a:r>
              <a:rPr lang="en-US" sz="1400" dirty="0">
                <a:solidFill>
                  <a:srgbClr val="505A66"/>
                </a:solidFill>
                <a:latin typeface="Arial" pitchFamily="34" charset="0"/>
                <a:ea typeface="Arial" pitchFamily="34" charset="-122"/>
                <a:cs typeface="Arial" pitchFamily="34" charset="-120"/>
              </a:rPr>
              <a:t>Jam 15 hanya 9 catatan, jadi perbandingannya belum kuat. Semua angka dalam detik.</a:t>
            </a:r>
            <a:endParaRPr lang="en-US" sz="1400" dirty="0"/>
          </a:p>
        </p:txBody>
      </p:sp>
      <p:sp>
        <p:nvSpPr>
          <p:cNvPr id="25" name="Slide Number Placeholder 0"/>
          <p:cNvSpPr>
            <a:spLocks noGrp="1"/>
          </p:cNvSpPr>
          <p:nvPr>
            <p:ph type="sldNum" sz="quarter" idx="4294967295"/>
          </p:nvPr>
        </p:nvSpPr>
        <p:spPr>
          <a:xfrm>
            <a:off x="10725912" y="274320"/>
            <a:ext cx="91440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200">
                <a:solidFill>
                  <a:srgbClr val="6B7A89"/>
                </a:solidFill>
                <a:latin typeface="Arial"/>
                <a:ea typeface="Arial"/>
                <a:cs typeface="Aria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t"/>
          <a:lstStyle/>
          <a:p>
            <a:pPr marL="0" indent="0">
              <a:buNone/>
            </a:pPr>
            <a:r>
              <a:rPr lang="en-US" sz="1200" b="1" kern="0" spc="300" dirty="0">
                <a:solidFill>
                  <a:srgbClr val="466018"/>
                </a:solidFill>
                <a:latin typeface="Arial" pitchFamily="34" charset="0"/>
                <a:ea typeface="Arial" pitchFamily="34" charset="-122"/>
                <a:cs typeface="Arial" pitchFamily="34" charset="-120"/>
              </a:rPr>
              <a:t>13  ·  POLA DURASI</a:t>
            </a:r>
            <a:endParaRPr lang="en-US" sz="1200" dirty="0"/>
          </a:p>
        </p:txBody>
      </p:sp>
      <p:sp>
        <p:nvSpPr>
          <p:cNvPr id="3" name="Text 1"/>
          <p:cNvSpPr txBox="1"/>
          <p:nvPr/>
        </p:nvSpPr>
        <p:spPr>
          <a:xfrm>
            <a:off x="548640" y="640080"/>
            <a:ext cx="11064240" cy="777240"/>
          </a:xfrm>
          <a:prstGeom prst="rect">
            <a:avLst/>
          </a:prstGeom>
          <a:noFill/>
          <a:ln/>
        </p:spPr>
        <p:txBody>
          <a:bodyPr wrap="square" lIns="0" tIns="0" rIns="0" bIns="0" rtlCol="0" anchor="ctr"/>
          <a:lstStyle/>
          <a:p>
            <a:pPr marL="0" indent="0">
              <a:buNone/>
            </a:pPr>
            <a:r>
              <a:rPr lang="en-US" sz="3400" b="1" dirty="0">
                <a:solidFill>
                  <a:srgbClr val="1F2328"/>
                </a:solidFill>
                <a:latin typeface="Arial" pitchFamily="34" charset="0"/>
                <a:ea typeface="Arial" pitchFamily="34" charset="-122"/>
                <a:cs typeface="Arial" pitchFamily="34" charset="-120"/>
              </a:rPr>
              <a:t>Antar hari berbeda, tetapi datanya timpang</a:t>
            </a:r>
            <a:endParaRPr lang="en-US" sz="3400" dirty="0"/>
          </a:p>
        </p:txBody>
      </p:sp>
      <p:graphicFrame>
        <p:nvGraphicFramePr>
          <p:cNvPr id="5" name="Chart 0"/>
          <p:cNvGraphicFramePr/>
          <p:nvPr/>
        </p:nvGraphicFramePr>
        <p:xfrm>
          <a:off x="548640" y="1463040"/>
          <a:ext cx="11064240" cy="402336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2"/>
          <p:cNvSpPr txBox="1"/>
          <p:nvPr/>
        </p:nvSpPr>
        <p:spPr>
          <a:xfrm>
            <a:off x="548640" y="5623560"/>
            <a:ext cx="10972800" cy="457200"/>
          </a:xfrm>
          <a:prstGeom prst="rect">
            <a:avLst/>
          </a:prstGeom>
          <a:noFill/>
          <a:ln/>
        </p:spPr>
        <p:txBody>
          <a:bodyPr wrap="square" lIns="0" tIns="0" rIns="0" bIns="0" rtlCol="0" anchor="t"/>
          <a:lstStyle/>
          <a:p>
            <a:pPr marL="0" indent="0">
              <a:buNone/>
            </a:pPr>
            <a:r>
              <a:rPr lang="en-US" sz="1600" dirty="0">
                <a:solidFill>
                  <a:srgbClr val="1F2328"/>
                </a:solidFill>
                <a:latin typeface="Arial" pitchFamily="34" charset="0"/>
                <a:ea typeface="Arial" pitchFamily="34" charset="-122"/>
                <a:cs typeface="Arial" pitchFamily="34" charset="-120"/>
              </a:rPr>
              <a:t>Rata-rata dan median lama berada (detik) per hari. n = jumlah catatan.</a:t>
            </a:r>
            <a:endParaRPr lang="en-US" sz="1600" dirty="0"/>
          </a:p>
        </p:txBody>
      </p:sp>
      <p:sp>
        <p:nvSpPr>
          <p:cNvPr id="25" name="Slide Number Placeholder 0"/>
          <p:cNvSpPr>
            <a:spLocks noGrp="1"/>
          </p:cNvSpPr>
          <p:nvPr>
            <p:ph type="sldNum" sz="quarter" idx="4294967295"/>
          </p:nvPr>
        </p:nvSpPr>
        <p:spPr>
          <a:xfrm>
            <a:off x="10725912" y="274320"/>
            <a:ext cx="91440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200">
                <a:solidFill>
                  <a:srgbClr val="6B7A89"/>
                </a:solidFill>
                <a:latin typeface="Arial"/>
                <a:ea typeface="Arial"/>
                <a:cs typeface="Aria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t"/>
          <a:lstStyle/>
          <a:p>
            <a:pPr marL="0" indent="0">
              <a:buNone/>
            </a:pPr>
            <a:r>
              <a:rPr lang="en-US" sz="1200" b="1" kern="0" spc="300" dirty="0">
                <a:solidFill>
                  <a:srgbClr val="466018"/>
                </a:solidFill>
                <a:latin typeface="Arial" pitchFamily="34" charset="0"/>
                <a:ea typeface="Arial" pitchFamily="34" charset="-122"/>
                <a:cs typeface="Arial" pitchFamily="34" charset="-120"/>
              </a:rPr>
              <a:t>14  ·  POLA DURASI</a:t>
            </a:r>
            <a:endParaRPr lang="en-US" sz="1200" dirty="0"/>
          </a:p>
        </p:txBody>
      </p:sp>
      <p:sp>
        <p:nvSpPr>
          <p:cNvPr id="3" name="Text 1"/>
          <p:cNvSpPr txBox="1"/>
          <p:nvPr/>
        </p:nvSpPr>
        <p:spPr>
          <a:xfrm>
            <a:off x="548640" y="640080"/>
            <a:ext cx="11064240" cy="777240"/>
          </a:xfrm>
          <a:prstGeom prst="rect">
            <a:avLst/>
          </a:prstGeom>
          <a:noFill/>
          <a:ln/>
        </p:spPr>
        <p:txBody>
          <a:bodyPr wrap="square" lIns="0" tIns="0" rIns="0" bIns="0" rtlCol="0" anchor="ctr"/>
          <a:lstStyle/>
          <a:p>
            <a:pPr marL="0" indent="0">
              <a:buNone/>
            </a:pPr>
            <a:r>
              <a:rPr lang="en-US" sz="3400" b="1" dirty="0">
                <a:solidFill>
                  <a:srgbClr val="1F2328"/>
                </a:solidFill>
                <a:latin typeface="Arial" pitchFamily="34" charset="0"/>
                <a:ea typeface="Arial" pitchFamily="34" charset="-122"/>
                <a:cs typeface="Arial" pitchFamily="34" charset="-120"/>
              </a:rPr>
              <a:t>Kunjungan singkat banyak, yang lama jarang</a:t>
            </a:r>
            <a:endParaRPr lang="en-US" sz="3400" dirty="0"/>
          </a:p>
        </p:txBody>
      </p:sp>
      <p:graphicFrame>
        <p:nvGraphicFramePr>
          <p:cNvPr id="5" name="Chart 0"/>
          <p:cNvGraphicFramePr/>
          <p:nvPr/>
        </p:nvGraphicFramePr>
        <p:xfrm>
          <a:off x="548640" y="1463040"/>
          <a:ext cx="7498080" cy="402336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2"/>
          <p:cNvSpPr txBox="1"/>
          <p:nvPr/>
        </p:nvSpPr>
        <p:spPr>
          <a:xfrm>
            <a:off x="548640" y="5577840"/>
            <a:ext cx="7498080" cy="548640"/>
          </a:xfrm>
          <a:prstGeom prst="rect">
            <a:avLst/>
          </a:prstGeom>
          <a:noFill/>
          <a:ln/>
        </p:spPr>
        <p:txBody>
          <a:bodyPr wrap="square" lIns="0" tIns="0" rIns="0" bIns="0" rtlCol="0" anchor="t"/>
          <a:lstStyle/>
          <a:p>
            <a:pPr marL="0" indent="0">
              <a:buNone/>
            </a:pPr>
            <a:r>
              <a:rPr lang="en-US" sz="1400" dirty="0">
                <a:solidFill>
                  <a:srgbClr val="505A66"/>
                </a:solidFill>
                <a:latin typeface="Arial" pitchFamily="34" charset="0"/>
                <a:ea typeface="Arial" pitchFamily="34" charset="-122"/>
                <a:cs typeface="Arial" pitchFamily="34" charset="-120"/>
              </a:rPr>
              <a:t>Durasi (detik), kelas 30 detik, angka = batas bawah kelas; atas batang = jumlah catatan.</a:t>
            </a:r>
            <a:endParaRPr lang="en-US" sz="1400" dirty="0"/>
          </a:p>
        </p:txBody>
      </p:sp>
      <p:sp>
        <p:nvSpPr>
          <p:cNvPr id="7" name="Shape 3"/>
          <p:cNvSpPr/>
          <p:nvPr/>
        </p:nvSpPr>
        <p:spPr>
          <a:xfrm>
            <a:off x="8321040" y="1463040"/>
            <a:ext cx="3319272" cy="4023360"/>
          </a:xfrm>
          <a:prstGeom prst="rect">
            <a:avLst/>
          </a:prstGeom>
          <a:solidFill>
            <a:srgbClr val="2E353D"/>
          </a:solidFill>
          <a:ln/>
        </p:spPr>
      </p:sp>
      <p:sp>
        <p:nvSpPr>
          <p:cNvPr id="8" name="Text 4"/>
          <p:cNvSpPr txBox="1"/>
          <p:nvPr/>
        </p:nvSpPr>
        <p:spPr>
          <a:xfrm>
            <a:off x="8549640" y="1645920"/>
            <a:ext cx="2926080" cy="1005840"/>
          </a:xfrm>
          <a:prstGeom prst="rect">
            <a:avLst/>
          </a:prstGeom>
          <a:noFill/>
          <a:ln/>
        </p:spPr>
        <p:txBody>
          <a:bodyPr wrap="square" lIns="0" tIns="0" rIns="0" bIns="0" rtlCol="0" anchor="t"/>
          <a:lstStyle/>
          <a:p>
            <a:pPr marL="0" indent="0">
              <a:buNone/>
            </a:pPr>
            <a:r>
              <a:rPr lang="en-US" sz="1800" b="1" dirty="0">
                <a:solidFill>
                  <a:srgbClr val="FFFFFF"/>
                </a:solidFill>
                <a:latin typeface="Arial" pitchFamily="34" charset="0"/>
                <a:ea typeface="Arial" pitchFamily="34" charset="-122"/>
                <a:cs typeface="Arial" pitchFamily="34" charset="-120"/>
              </a:rPr>
              <a:t>Rata-rata 153,23 lebih besar dari median 107 detik</a:t>
            </a:r>
            <a:endParaRPr lang="en-US" sz="1800" dirty="0"/>
          </a:p>
        </p:txBody>
      </p:sp>
      <p:sp>
        <p:nvSpPr>
          <p:cNvPr id="9" name="Text 5"/>
          <p:cNvSpPr txBox="1"/>
          <p:nvPr/>
        </p:nvSpPr>
        <p:spPr>
          <a:xfrm>
            <a:off x="8549640" y="2834640"/>
            <a:ext cx="2926080" cy="2468880"/>
          </a:xfrm>
          <a:prstGeom prst="rect">
            <a:avLst/>
          </a:prstGeom>
          <a:noFill/>
          <a:ln/>
        </p:spPr>
        <p:txBody>
          <a:bodyPr wrap="square" lIns="0" tIns="0" rIns="0" bIns="0" rtlCol="0" anchor="t"/>
          <a:lstStyle/>
          <a:p>
            <a:pPr marL="0" indent="0">
              <a:spcAft>
                <a:spcPts val="1000"/>
              </a:spcAft>
              <a:buNone/>
            </a:pPr>
            <a:r>
              <a:rPr lang="en-US" sz="1600" b="1" dirty="0">
                <a:solidFill>
                  <a:srgbClr val="C5DB7A"/>
                </a:solidFill>
                <a:latin typeface="Arial" pitchFamily="34" charset="0"/>
                <a:ea typeface="Arial" pitchFamily="34" charset="-122"/>
                <a:cs typeface="Arial" pitchFamily="34" charset="-120"/>
              </a:rPr>
              <a:t>25% </a:t>
            </a:r>
            <a:r>
              <a:rPr lang="en-US" sz="1600" dirty="0">
                <a:solidFill>
                  <a:srgbClr val="C3C8CE"/>
                </a:solidFill>
                <a:latin typeface="Arial" pitchFamily="34" charset="0"/>
                <a:ea typeface="Arial" pitchFamily="34" charset="-122"/>
                <a:cs typeface="Arial" pitchFamily="34" charset="-120"/>
              </a:rPr>
              <a:t>durasi 60 detik atau kurang</a:t>
            </a:r>
            <a:endParaRPr lang="en-US" sz="1600" dirty="0"/>
          </a:p>
          <a:p>
            <a:pPr marL="0" indent="0">
              <a:spcAft>
                <a:spcPts val="1000"/>
              </a:spcAft>
              <a:buNone/>
            </a:pPr>
            <a:r>
              <a:rPr lang="en-US" sz="1600" b="1" dirty="0">
                <a:solidFill>
                  <a:srgbClr val="C5DB7A"/>
                </a:solidFill>
                <a:latin typeface="Arial" pitchFamily="34" charset="0"/>
                <a:ea typeface="Arial" pitchFamily="34" charset="-122"/>
                <a:cs typeface="Arial" pitchFamily="34" charset="-120"/>
              </a:rPr>
              <a:t>56% </a:t>
            </a:r>
            <a:r>
              <a:rPr lang="en-US" sz="1600" dirty="0">
                <a:solidFill>
                  <a:srgbClr val="C3C8CE"/>
                </a:solidFill>
                <a:latin typeface="Arial" pitchFamily="34" charset="0"/>
                <a:ea typeface="Arial" pitchFamily="34" charset="-122"/>
                <a:cs typeface="Arial" pitchFamily="34" charset="-120"/>
              </a:rPr>
              <a:t>durasi 120 detik atau kurang</a:t>
            </a:r>
            <a:endParaRPr lang="en-US" sz="1600" dirty="0"/>
          </a:p>
          <a:p>
            <a:pPr marL="0" indent="0">
              <a:spcAft>
                <a:spcPts val="1000"/>
              </a:spcAft>
              <a:buNone/>
            </a:pPr>
            <a:r>
              <a:rPr lang="en-US" sz="1600" b="1" dirty="0">
                <a:solidFill>
                  <a:srgbClr val="F2B25E"/>
                </a:solidFill>
                <a:latin typeface="Arial" pitchFamily="34" charset="0"/>
                <a:ea typeface="Arial" pitchFamily="34" charset="-122"/>
                <a:cs typeface="Arial" pitchFamily="34" charset="-120"/>
              </a:rPr>
              <a:t>16% </a:t>
            </a:r>
            <a:r>
              <a:rPr lang="en-US" sz="1600" dirty="0">
                <a:solidFill>
                  <a:srgbClr val="C3C8CE"/>
                </a:solidFill>
                <a:latin typeface="Arial" pitchFamily="34" charset="0"/>
                <a:ea typeface="Arial" pitchFamily="34" charset="-122"/>
                <a:cs typeface="Arial" pitchFamily="34" charset="-120"/>
              </a:rPr>
              <a:t>durasi lebih dari 300 detik</a:t>
            </a:r>
            <a:endParaRPr lang="en-US" sz="1600" dirty="0"/>
          </a:p>
        </p:txBody>
      </p:sp>
      <p:sp>
        <p:nvSpPr>
          <p:cNvPr id="25" name="Slide Number Placeholder 0"/>
          <p:cNvSpPr>
            <a:spLocks noGrp="1"/>
          </p:cNvSpPr>
          <p:nvPr>
            <p:ph type="sldNum" sz="quarter" idx="4294967295"/>
          </p:nvPr>
        </p:nvSpPr>
        <p:spPr>
          <a:xfrm>
            <a:off x="10725912" y="274320"/>
            <a:ext cx="91440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200">
                <a:solidFill>
                  <a:srgbClr val="6B7A89"/>
                </a:solidFill>
                <a:latin typeface="Arial"/>
                <a:ea typeface="Arial"/>
                <a:cs typeface="Aria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t"/>
          <a:lstStyle/>
          <a:p>
            <a:pPr marL="0" indent="0">
              <a:buNone/>
            </a:pPr>
            <a:r>
              <a:rPr lang="en-US" sz="1200" b="1" kern="0" spc="300" dirty="0">
                <a:solidFill>
                  <a:srgbClr val="C5DB7A"/>
                </a:solidFill>
                <a:latin typeface="Arial" pitchFamily="34" charset="0"/>
                <a:ea typeface="Arial" pitchFamily="34" charset="-122"/>
                <a:cs typeface="Arial" pitchFamily="34" charset="-120"/>
              </a:rPr>
              <a:t>15  ·  PEMILIHAN MODEL</a:t>
            </a:r>
            <a:endParaRPr lang="en-US" sz="1200" dirty="0"/>
          </a:p>
        </p:txBody>
      </p:sp>
      <p:sp>
        <p:nvSpPr>
          <p:cNvPr id="3" name="Text 1"/>
          <p:cNvSpPr txBox="1"/>
          <p:nvPr/>
        </p:nvSpPr>
        <p:spPr>
          <a:xfrm>
            <a:off x="548640" y="640080"/>
            <a:ext cx="11064240" cy="777240"/>
          </a:xfrm>
          <a:prstGeom prst="rect">
            <a:avLst/>
          </a:prstGeom>
          <a:noFill/>
          <a:ln/>
        </p:spPr>
        <p:txBody>
          <a:bodyPr wrap="square" lIns="0" tIns="0" rIns="0" bIns="0" rtlCol="0" anchor="ctr"/>
          <a:lstStyle/>
          <a:p>
            <a:pPr marL="0" indent="0">
              <a:buNone/>
            </a:pPr>
            <a:r>
              <a:rPr lang="en-US" sz="3000" b="1" dirty="0">
                <a:solidFill>
                  <a:srgbClr val="FFFFFF"/>
                </a:solidFill>
                <a:latin typeface="Arial" pitchFamily="34" charset="0"/>
                <a:ea typeface="Arial" pitchFamily="34" charset="-122"/>
                <a:cs typeface="Arial" pitchFamily="34" charset="-120"/>
              </a:rPr>
              <a:t>Tiga kandidat, tiga set angka dari data yang sama</a:t>
            </a:r>
            <a:endParaRPr lang="en-US" sz="3000" dirty="0"/>
          </a:p>
        </p:txBody>
      </p:sp>
      <p:sp>
        <p:nvSpPr>
          <p:cNvPr id="5" name="Text 2"/>
          <p:cNvSpPr txBox="1"/>
          <p:nvPr/>
        </p:nvSpPr>
        <p:spPr>
          <a:xfrm>
            <a:off x="548640" y="1325880"/>
            <a:ext cx="10972800" cy="365760"/>
          </a:xfrm>
          <a:prstGeom prst="rect">
            <a:avLst/>
          </a:prstGeom>
          <a:noFill/>
          <a:ln/>
        </p:spPr>
        <p:txBody>
          <a:bodyPr wrap="square" lIns="0" tIns="0" rIns="0" bIns="0" rtlCol="0" anchor="t"/>
          <a:lstStyle/>
          <a:p>
            <a:pPr marL="0" indent="0">
              <a:buNone/>
            </a:pPr>
            <a:r>
              <a:rPr lang="en-US" sz="1800" dirty="0">
                <a:solidFill>
                  <a:srgbClr val="C3C8CE"/>
                </a:solidFill>
                <a:latin typeface="Arial" pitchFamily="34" charset="0"/>
                <a:ea typeface="Arial" pitchFamily="34" charset="-122"/>
                <a:cs typeface="Arial" pitchFamily="34" charset="-120"/>
              </a:rPr>
              <a:t>Parameter = angka ringkasan yang dipakai untuk menggambar kurva distribusi.</a:t>
            </a:r>
            <a:endParaRPr lang="en-US" sz="1800" dirty="0"/>
          </a:p>
        </p:txBody>
      </p:sp>
      <p:sp>
        <p:nvSpPr>
          <p:cNvPr id="6" name="Shape 3"/>
          <p:cNvSpPr/>
          <p:nvPr/>
        </p:nvSpPr>
        <p:spPr>
          <a:xfrm>
            <a:off x="548640" y="1874520"/>
            <a:ext cx="11091672" cy="960120"/>
          </a:xfrm>
          <a:prstGeom prst="rect">
            <a:avLst/>
          </a:prstGeom>
          <a:solidFill>
            <a:srgbClr val="2E353D"/>
          </a:solidFill>
          <a:ln/>
        </p:spPr>
      </p:sp>
      <p:sp>
        <p:nvSpPr>
          <p:cNvPr id="7" name="Text 4"/>
          <p:cNvSpPr txBox="1"/>
          <p:nvPr/>
        </p:nvSpPr>
        <p:spPr>
          <a:xfrm>
            <a:off x="822960" y="1874520"/>
            <a:ext cx="3291840" cy="960120"/>
          </a:xfrm>
          <a:prstGeom prst="rect">
            <a:avLst/>
          </a:prstGeom>
          <a:noFill/>
          <a:ln/>
        </p:spPr>
        <p:txBody>
          <a:bodyPr wrap="square" lIns="0" tIns="0" rIns="0" bIns="0" rtlCol="0" anchor="ctr"/>
          <a:lstStyle/>
          <a:p>
            <a:pPr marL="0" indent="0">
              <a:buNone/>
            </a:pPr>
            <a:r>
              <a:rPr lang="en-US" sz="2000" b="1" dirty="0">
                <a:solidFill>
                  <a:srgbClr val="C5DB7A"/>
                </a:solidFill>
                <a:latin typeface="Arial" pitchFamily="34" charset="0"/>
                <a:ea typeface="Arial" pitchFamily="34" charset="-122"/>
                <a:cs typeface="Arial" pitchFamily="34" charset="-120"/>
              </a:rPr>
              <a:t>1 · EKSPONENSIAL</a:t>
            </a:r>
            <a:endParaRPr lang="en-US" sz="2000" dirty="0"/>
          </a:p>
        </p:txBody>
      </p:sp>
      <p:sp>
        <p:nvSpPr>
          <p:cNvPr id="8" name="Text 5"/>
          <p:cNvSpPr txBox="1"/>
          <p:nvPr/>
        </p:nvSpPr>
        <p:spPr>
          <a:xfrm>
            <a:off x="4206240" y="1874520"/>
            <a:ext cx="3657600" cy="960120"/>
          </a:xfrm>
          <a:prstGeom prst="rect">
            <a:avLst/>
          </a:prstGeom>
          <a:noFill/>
          <a:ln/>
        </p:spPr>
        <p:txBody>
          <a:bodyPr wrap="square" lIns="0" tIns="0" rIns="0" bIns="0" rtlCol="0" anchor="ctr"/>
          <a:lstStyle/>
          <a:p>
            <a:pPr marL="0" indent="0">
              <a:buNone/>
            </a:pPr>
            <a:r>
              <a:rPr lang="en-US" sz="1600" dirty="0">
                <a:solidFill>
                  <a:srgbClr val="C3C8CE"/>
                </a:solidFill>
                <a:latin typeface="Arial" pitchFamily="34" charset="0"/>
                <a:ea typeface="Arial" pitchFamily="34" charset="-122"/>
                <a:cs typeface="Arial" pitchFamily="34" charset="-120"/>
              </a:rPr>
              <a:t>tercepat jadi batas bawah, rata-rata dikurangi 14</a:t>
            </a:r>
            <a:endParaRPr lang="en-US" sz="1600" dirty="0"/>
          </a:p>
        </p:txBody>
      </p:sp>
      <p:sp>
        <p:nvSpPr>
          <p:cNvPr id="9" name="Text 6"/>
          <p:cNvSpPr txBox="1"/>
          <p:nvPr/>
        </p:nvSpPr>
        <p:spPr>
          <a:xfrm>
            <a:off x="7955280" y="1874520"/>
            <a:ext cx="3566160" cy="960120"/>
          </a:xfrm>
          <a:prstGeom prst="rect">
            <a:avLst/>
          </a:prstGeom>
          <a:noFill/>
          <a:ln/>
        </p:spPr>
        <p:txBody>
          <a:bodyPr wrap="square" lIns="0" tIns="0" rIns="0" bIns="0" rtlCol="0" anchor="ctr"/>
          <a:lstStyle/>
          <a:p>
            <a:pPr marL="0" indent="0">
              <a:buNone/>
            </a:pPr>
            <a:r>
              <a:rPr lang="en-US" sz="1800" b="1" dirty="0">
                <a:solidFill>
                  <a:srgbClr val="FFFFFF"/>
                </a:solidFill>
                <a:latin typeface="Arial" pitchFamily="34" charset="0"/>
                <a:ea typeface="Arial" pitchFamily="34" charset="-122"/>
                <a:cs typeface="Arial" pitchFamily="34" charset="-120"/>
              </a:rPr>
              <a:t>loc = 14 · scale = 139,23 detik</a:t>
            </a:r>
            <a:endParaRPr lang="en-US" sz="1800" dirty="0"/>
          </a:p>
        </p:txBody>
      </p:sp>
      <p:sp>
        <p:nvSpPr>
          <p:cNvPr id="10" name="Shape 7"/>
          <p:cNvSpPr/>
          <p:nvPr/>
        </p:nvSpPr>
        <p:spPr>
          <a:xfrm>
            <a:off x="548640" y="2971800"/>
            <a:ext cx="11091672" cy="960120"/>
          </a:xfrm>
          <a:prstGeom prst="rect">
            <a:avLst/>
          </a:prstGeom>
          <a:solidFill>
            <a:srgbClr val="2E353D"/>
          </a:solidFill>
          <a:ln/>
        </p:spPr>
      </p:sp>
      <p:sp>
        <p:nvSpPr>
          <p:cNvPr id="11" name="Text 8"/>
          <p:cNvSpPr txBox="1"/>
          <p:nvPr/>
        </p:nvSpPr>
        <p:spPr>
          <a:xfrm>
            <a:off x="822960" y="2971800"/>
            <a:ext cx="3291840" cy="960120"/>
          </a:xfrm>
          <a:prstGeom prst="rect">
            <a:avLst/>
          </a:prstGeom>
          <a:noFill/>
          <a:ln/>
        </p:spPr>
        <p:txBody>
          <a:bodyPr wrap="square" lIns="0" tIns="0" rIns="0" bIns="0" rtlCol="0" anchor="ctr"/>
          <a:lstStyle/>
          <a:p>
            <a:pPr marL="0" indent="0">
              <a:buNone/>
            </a:pPr>
            <a:r>
              <a:rPr lang="en-US" sz="2000" b="1" dirty="0">
                <a:solidFill>
                  <a:srgbClr val="F2B25E"/>
                </a:solidFill>
                <a:latin typeface="Arial" pitchFamily="34" charset="0"/>
                <a:ea typeface="Arial" pitchFamily="34" charset="-122"/>
                <a:cs typeface="Arial" pitchFamily="34" charset="-120"/>
              </a:rPr>
              <a:t>2 · NORMAL</a:t>
            </a:r>
            <a:endParaRPr lang="en-US" sz="2000" dirty="0"/>
          </a:p>
        </p:txBody>
      </p:sp>
      <p:sp>
        <p:nvSpPr>
          <p:cNvPr id="12" name="Text 9"/>
          <p:cNvSpPr txBox="1"/>
          <p:nvPr/>
        </p:nvSpPr>
        <p:spPr>
          <a:xfrm>
            <a:off x="4206240" y="2971800"/>
            <a:ext cx="3657600" cy="960120"/>
          </a:xfrm>
          <a:prstGeom prst="rect">
            <a:avLst/>
          </a:prstGeom>
          <a:noFill/>
          <a:ln/>
        </p:spPr>
        <p:txBody>
          <a:bodyPr wrap="square" lIns="0" tIns="0" rIns="0" bIns="0" rtlCol="0" anchor="ctr"/>
          <a:lstStyle/>
          <a:p>
            <a:pPr marL="0" indent="0">
              <a:buNone/>
            </a:pPr>
            <a:r>
              <a:rPr lang="en-US" sz="1600" dirty="0">
                <a:solidFill>
                  <a:srgbClr val="C3C8CE"/>
                </a:solidFill>
                <a:latin typeface="Arial" pitchFamily="34" charset="0"/>
                <a:ea typeface="Arial" pitchFamily="34" charset="-122"/>
                <a:cs typeface="Arial" pitchFamily="34" charset="-120"/>
              </a:rPr>
              <a:t>cari rata-rata, ukur sebaran data</a:t>
            </a:r>
            <a:endParaRPr lang="en-US" sz="1600" dirty="0"/>
          </a:p>
        </p:txBody>
      </p:sp>
      <p:sp>
        <p:nvSpPr>
          <p:cNvPr id="13" name="Text 10"/>
          <p:cNvSpPr txBox="1"/>
          <p:nvPr/>
        </p:nvSpPr>
        <p:spPr>
          <a:xfrm>
            <a:off x="7955280" y="2971800"/>
            <a:ext cx="3566160" cy="960120"/>
          </a:xfrm>
          <a:prstGeom prst="rect">
            <a:avLst/>
          </a:prstGeom>
          <a:noFill/>
          <a:ln/>
        </p:spPr>
        <p:txBody>
          <a:bodyPr wrap="square" lIns="0" tIns="0" rIns="0" bIns="0" rtlCol="0" anchor="ctr"/>
          <a:lstStyle/>
          <a:p>
            <a:pPr marL="0" indent="0">
              <a:buNone/>
            </a:pPr>
            <a:r>
              <a:rPr lang="en-US" sz="1800" b="1" dirty="0">
                <a:solidFill>
                  <a:srgbClr val="FFFFFF"/>
                </a:solidFill>
                <a:latin typeface="Arial" pitchFamily="34" charset="0"/>
                <a:ea typeface="Arial" pitchFamily="34" charset="-122"/>
                <a:cs typeface="Arial" pitchFamily="34" charset="-120"/>
              </a:rPr>
              <a:t>μ = 153,23 · σ = 129,73 detik</a:t>
            </a:r>
            <a:endParaRPr lang="en-US" sz="1800" dirty="0"/>
          </a:p>
        </p:txBody>
      </p:sp>
      <p:sp>
        <p:nvSpPr>
          <p:cNvPr id="14" name="Shape 11"/>
          <p:cNvSpPr/>
          <p:nvPr/>
        </p:nvSpPr>
        <p:spPr>
          <a:xfrm>
            <a:off x="548640" y="4069080"/>
            <a:ext cx="11091672" cy="960120"/>
          </a:xfrm>
          <a:prstGeom prst="rect">
            <a:avLst/>
          </a:prstGeom>
          <a:solidFill>
            <a:srgbClr val="2E353D"/>
          </a:solidFill>
          <a:ln/>
        </p:spPr>
      </p:sp>
      <p:sp>
        <p:nvSpPr>
          <p:cNvPr id="15" name="Text 12"/>
          <p:cNvSpPr txBox="1"/>
          <p:nvPr/>
        </p:nvSpPr>
        <p:spPr>
          <a:xfrm>
            <a:off x="822960" y="4069080"/>
            <a:ext cx="3291840" cy="960120"/>
          </a:xfrm>
          <a:prstGeom prst="rect">
            <a:avLst/>
          </a:prstGeom>
          <a:noFill/>
          <a:ln/>
        </p:spPr>
        <p:txBody>
          <a:bodyPr wrap="square" lIns="0" tIns="0" rIns="0" bIns="0" rtlCol="0" anchor="ctr"/>
          <a:lstStyle/>
          <a:p>
            <a:pPr marL="0" indent="0">
              <a:buNone/>
            </a:pPr>
            <a:r>
              <a:rPr lang="en-US" sz="2000" b="1" dirty="0">
                <a:solidFill>
                  <a:srgbClr val="8FB8DE"/>
                </a:solidFill>
                <a:latin typeface="Arial" pitchFamily="34" charset="0"/>
                <a:ea typeface="Arial" pitchFamily="34" charset="-122"/>
                <a:cs typeface="Arial" pitchFamily="34" charset="-120"/>
              </a:rPr>
              <a:t>3 · UNIFORM</a:t>
            </a:r>
            <a:endParaRPr lang="en-US" sz="2000" dirty="0"/>
          </a:p>
        </p:txBody>
      </p:sp>
      <p:sp>
        <p:nvSpPr>
          <p:cNvPr id="16" name="Text 13"/>
          <p:cNvSpPr txBox="1"/>
          <p:nvPr/>
        </p:nvSpPr>
        <p:spPr>
          <a:xfrm>
            <a:off x="4206240" y="4069080"/>
            <a:ext cx="3657600" cy="960120"/>
          </a:xfrm>
          <a:prstGeom prst="rect">
            <a:avLst/>
          </a:prstGeom>
          <a:noFill/>
          <a:ln/>
        </p:spPr>
        <p:txBody>
          <a:bodyPr wrap="square" lIns="0" tIns="0" rIns="0" bIns="0" rtlCol="0" anchor="ctr"/>
          <a:lstStyle/>
          <a:p>
            <a:pPr marL="0" indent="0">
              <a:buNone/>
            </a:pPr>
            <a:r>
              <a:rPr lang="en-US" sz="1600" dirty="0">
                <a:solidFill>
                  <a:srgbClr val="C3C8CE"/>
                </a:solidFill>
                <a:latin typeface="Arial" pitchFamily="34" charset="0"/>
                <a:ea typeface="Arial" pitchFamily="34" charset="-122"/>
                <a:cs typeface="Arial" pitchFamily="34" charset="-120"/>
              </a:rPr>
              <a:t>cari durasi terkecil dan terbesar</a:t>
            </a:r>
            <a:endParaRPr lang="en-US" sz="1600" dirty="0"/>
          </a:p>
        </p:txBody>
      </p:sp>
      <p:sp>
        <p:nvSpPr>
          <p:cNvPr id="17" name="Text 14"/>
          <p:cNvSpPr txBox="1"/>
          <p:nvPr/>
        </p:nvSpPr>
        <p:spPr>
          <a:xfrm>
            <a:off x="7955280" y="4069080"/>
            <a:ext cx="3566160" cy="960120"/>
          </a:xfrm>
          <a:prstGeom prst="rect">
            <a:avLst/>
          </a:prstGeom>
          <a:noFill/>
          <a:ln/>
        </p:spPr>
        <p:txBody>
          <a:bodyPr wrap="square" lIns="0" tIns="0" rIns="0" bIns="0" rtlCol="0" anchor="ctr"/>
          <a:lstStyle/>
          <a:p>
            <a:pPr marL="0" indent="0">
              <a:buNone/>
            </a:pPr>
            <a:r>
              <a:rPr lang="en-US" sz="1800" b="1" dirty="0">
                <a:solidFill>
                  <a:srgbClr val="FFFFFF"/>
                </a:solidFill>
                <a:latin typeface="Arial" pitchFamily="34" charset="0"/>
                <a:ea typeface="Arial" pitchFamily="34" charset="-122"/>
                <a:cs typeface="Arial" pitchFamily="34" charset="-120"/>
              </a:rPr>
              <a:t>a = 14 · b = 530 detik</a:t>
            </a:r>
            <a:endParaRPr lang="en-US" sz="1800" dirty="0"/>
          </a:p>
        </p:txBody>
      </p:sp>
      <p:sp>
        <p:nvSpPr>
          <p:cNvPr id="18" name="Shape 15"/>
          <p:cNvSpPr/>
          <p:nvPr/>
        </p:nvSpPr>
        <p:spPr>
          <a:xfrm>
            <a:off x="548640" y="5257800"/>
            <a:ext cx="11091672" cy="640080"/>
          </a:xfrm>
          <a:prstGeom prst="rect">
            <a:avLst/>
          </a:prstGeom>
          <a:solidFill>
            <a:srgbClr val="6B8E23"/>
          </a:solidFill>
          <a:ln/>
        </p:spPr>
      </p:sp>
      <p:sp>
        <p:nvSpPr>
          <p:cNvPr id="19" name="Text 16"/>
          <p:cNvSpPr txBox="1"/>
          <p:nvPr/>
        </p:nvSpPr>
        <p:spPr>
          <a:xfrm>
            <a:off x="548640" y="5257800"/>
            <a:ext cx="11091672" cy="640080"/>
          </a:xfrm>
          <a:prstGeom prst="rect">
            <a:avLst/>
          </a:prstGeom>
          <a:noFill/>
          <a:ln/>
        </p:spPr>
        <p:txBody>
          <a:bodyPr wrap="square" lIns="0" tIns="0" rIns="0" bIns="0" rtlCol="0" anchor="ctr"/>
          <a:lstStyle/>
          <a:p>
            <a:pPr marL="0" indent="0" algn="ctr">
              <a:buNone/>
            </a:pPr>
            <a:r>
              <a:rPr lang="en-US" sz="2000" b="1" dirty="0">
                <a:solidFill>
                  <a:srgbClr val="1F2328"/>
                </a:solidFill>
                <a:latin typeface="Arial" pitchFamily="34" charset="0"/>
                <a:ea typeface="Arial" pitchFamily="34" charset="-122"/>
                <a:cs typeface="Arial" pitchFamily="34" charset="-120"/>
              </a:rPr>
              <a:t>scale = rata-rata − loc = 153,23 − 14 = 139,23 detik</a:t>
            </a:r>
            <a:endParaRPr lang="en-US" sz="2000" dirty="0"/>
          </a:p>
        </p:txBody>
      </p:sp>
      <p:sp>
        <p:nvSpPr>
          <p:cNvPr id="20" name="Text 17"/>
          <p:cNvSpPr txBox="1"/>
          <p:nvPr/>
        </p:nvSpPr>
        <p:spPr>
          <a:xfrm>
            <a:off x="548640" y="5897880"/>
            <a:ext cx="11064240" cy="274320"/>
          </a:xfrm>
          <a:prstGeom prst="rect">
            <a:avLst/>
          </a:prstGeom>
          <a:noFill/>
          <a:ln/>
        </p:spPr>
        <p:txBody>
          <a:bodyPr wrap="square" lIns="0" tIns="0" rIns="0" bIns="0" rtlCol="0" anchor="t"/>
          <a:lstStyle/>
          <a:p>
            <a:pPr marL="0" indent="0">
              <a:buNone/>
            </a:pPr>
            <a:r>
              <a:rPr lang="en-US" sz="1400" dirty="0">
                <a:solidFill>
                  <a:srgbClr val="C3C8CE"/>
                </a:solidFill>
                <a:latin typeface="Arial" pitchFamily="34" charset="0"/>
                <a:ea typeface="Arial" pitchFamily="34" charset="-122"/>
                <a:cs typeface="Arial" pitchFamily="34" charset="-120"/>
              </a:rPr>
              <a:t>Digeser 14 detik karena tidak ada kunjungan di bawah itu. [FILL: konfirmasi alasan]</a:t>
            </a:r>
            <a:endParaRPr lang="en-US" sz="1400" dirty="0"/>
          </a:p>
        </p:txBody>
      </p:sp>
      <p:sp>
        <p:nvSpPr>
          <p:cNvPr id="25" name="Slide Number Placeholder 0"/>
          <p:cNvSpPr>
            <a:spLocks noGrp="1"/>
          </p:cNvSpPr>
          <p:nvPr>
            <p:ph type="sldNum" sz="quarter" idx="4294967295"/>
          </p:nvPr>
        </p:nvSpPr>
        <p:spPr>
          <a:xfrm>
            <a:off x="10725912" y="274320"/>
            <a:ext cx="91440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200">
                <a:solidFill>
                  <a:srgbClr val="C3C8CE"/>
                </a:solidFill>
                <a:latin typeface="Arial"/>
                <a:ea typeface="Arial"/>
                <a:cs typeface="Aria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t"/>
          <a:lstStyle/>
          <a:p>
            <a:pPr marL="0" indent="0">
              <a:buNone/>
            </a:pPr>
            <a:r>
              <a:rPr lang="en-US" sz="1200" b="1" kern="0" spc="300" dirty="0">
                <a:solidFill>
                  <a:srgbClr val="466018"/>
                </a:solidFill>
                <a:latin typeface="Arial" pitchFamily="34" charset="0"/>
                <a:ea typeface="Arial" pitchFamily="34" charset="-122"/>
                <a:cs typeface="Arial" pitchFamily="34" charset="-120"/>
              </a:rPr>
              <a:t>16  ·  PEMILIHAN MODEL</a:t>
            </a:r>
            <a:endParaRPr lang="en-US" sz="1200" dirty="0"/>
          </a:p>
        </p:txBody>
      </p:sp>
      <p:sp>
        <p:nvSpPr>
          <p:cNvPr id="3" name="Text 1"/>
          <p:cNvSpPr txBox="1"/>
          <p:nvPr/>
        </p:nvSpPr>
        <p:spPr>
          <a:xfrm>
            <a:off x="548640" y="640080"/>
            <a:ext cx="11064240" cy="777240"/>
          </a:xfrm>
          <a:prstGeom prst="rect">
            <a:avLst/>
          </a:prstGeom>
          <a:noFill/>
          <a:ln/>
        </p:spPr>
        <p:txBody>
          <a:bodyPr wrap="square" lIns="0" tIns="0" rIns="0" bIns="0" rtlCol="0" anchor="ctr"/>
          <a:lstStyle/>
          <a:p>
            <a:pPr marL="0" indent="0">
              <a:buNone/>
            </a:pPr>
            <a:r>
              <a:rPr lang="en-US" sz="3000" b="1" dirty="0">
                <a:solidFill>
                  <a:srgbClr val="1F2328"/>
                </a:solidFill>
                <a:latin typeface="Arial" pitchFamily="34" charset="0"/>
                <a:ea typeface="Arial" pitchFamily="34" charset="-122"/>
                <a:cs typeface="Arial" pitchFamily="34" charset="-120"/>
              </a:rPr>
              <a:t>Kurva kumulatif: eksponensial paling menempel ke data</a:t>
            </a:r>
            <a:endParaRPr lang="en-US" sz="3000" dirty="0"/>
          </a:p>
        </p:txBody>
      </p:sp>
      <p:graphicFrame>
        <p:nvGraphicFramePr>
          <p:cNvPr id="5" name="Chart 0"/>
          <p:cNvGraphicFramePr/>
          <p:nvPr/>
        </p:nvGraphicFramePr>
        <p:xfrm>
          <a:off x="548640" y="1463040"/>
          <a:ext cx="7040880" cy="429768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2"/>
          <p:cNvSpPr/>
          <p:nvPr/>
        </p:nvSpPr>
        <p:spPr>
          <a:xfrm>
            <a:off x="7863840" y="1463040"/>
            <a:ext cx="3776472" cy="1325880"/>
          </a:xfrm>
          <a:prstGeom prst="rect">
            <a:avLst/>
          </a:prstGeom>
          <a:solidFill>
            <a:srgbClr val="F1EFEA"/>
          </a:solidFill>
          <a:ln/>
        </p:spPr>
      </p:sp>
      <p:sp>
        <p:nvSpPr>
          <p:cNvPr id="7" name="Shape 3"/>
          <p:cNvSpPr/>
          <p:nvPr/>
        </p:nvSpPr>
        <p:spPr>
          <a:xfrm>
            <a:off x="8092440" y="1645920"/>
            <a:ext cx="228600" cy="228600"/>
          </a:xfrm>
          <a:prstGeom prst="ellipse">
            <a:avLst/>
          </a:prstGeom>
          <a:solidFill>
            <a:srgbClr val="6B8E23"/>
          </a:solidFill>
          <a:ln/>
        </p:spPr>
      </p:sp>
      <p:sp>
        <p:nvSpPr>
          <p:cNvPr id="8" name="Text 4"/>
          <p:cNvSpPr txBox="1"/>
          <p:nvPr/>
        </p:nvSpPr>
        <p:spPr>
          <a:xfrm>
            <a:off x="8458200" y="1572768"/>
            <a:ext cx="3017520" cy="365760"/>
          </a:xfrm>
          <a:prstGeom prst="rect">
            <a:avLst/>
          </a:prstGeom>
          <a:noFill/>
          <a:ln/>
        </p:spPr>
        <p:txBody>
          <a:bodyPr wrap="square" lIns="0" tIns="0" rIns="0" bIns="0" rtlCol="0" anchor="t"/>
          <a:lstStyle/>
          <a:p>
            <a:pPr marL="0" indent="0">
              <a:buNone/>
            </a:pPr>
            <a:r>
              <a:rPr lang="en-US" sz="1800" b="1" dirty="0">
                <a:solidFill>
                  <a:srgbClr val="1F2328"/>
                </a:solidFill>
                <a:latin typeface="Arial" pitchFamily="34" charset="0"/>
                <a:ea typeface="Arial" pitchFamily="34" charset="-122"/>
                <a:cs typeface="Arial" pitchFamily="34" charset="-120"/>
              </a:rPr>
              <a:t>Eksponensial</a:t>
            </a:r>
            <a:endParaRPr lang="en-US" sz="1800" dirty="0"/>
          </a:p>
        </p:txBody>
      </p:sp>
      <p:sp>
        <p:nvSpPr>
          <p:cNvPr id="9" name="Text 5"/>
          <p:cNvSpPr txBox="1"/>
          <p:nvPr/>
        </p:nvSpPr>
        <p:spPr>
          <a:xfrm>
            <a:off x="8092440" y="2029968"/>
            <a:ext cx="3383280" cy="731520"/>
          </a:xfrm>
          <a:prstGeom prst="rect">
            <a:avLst/>
          </a:prstGeom>
          <a:noFill/>
          <a:ln/>
        </p:spPr>
        <p:txBody>
          <a:bodyPr wrap="square" lIns="0" tIns="0" rIns="0" bIns="0" rtlCol="0" anchor="t"/>
          <a:lstStyle/>
          <a:p>
            <a:pPr marL="0" indent="0">
              <a:buNone/>
            </a:pPr>
            <a:r>
              <a:rPr lang="en-US" sz="1400" dirty="0">
                <a:solidFill>
                  <a:srgbClr val="505A66"/>
                </a:solidFill>
                <a:latin typeface="Arial" pitchFamily="34" charset="0"/>
                <a:ea typeface="Arial" pitchFamily="34" charset="-122"/>
                <a:cs typeface="Arial" pitchFamily="34" charset="-120"/>
              </a:rPr>
              <a:t>Kunjungan singkat banyak, lalu menurun ke kanan, sesuai histogram.</a:t>
            </a:r>
            <a:endParaRPr lang="en-US" sz="1400" dirty="0"/>
          </a:p>
        </p:txBody>
      </p:sp>
      <p:sp>
        <p:nvSpPr>
          <p:cNvPr id="10" name="Shape 6"/>
          <p:cNvSpPr/>
          <p:nvPr/>
        </p:nvSpPr>
        <p:spPr>
          <a:xfrm>
            <a:off x="7863840" y="2926080"/>
            <a:ext cx="3776472" cy="1325880"/>
          </a:xfrm>
          <a:prstGeom prst="rect">
            <a:avLst/>
          </a:prstGeom>
          <a:solidFill>
            <a:srgbClr val="F1EFEA"/>
          </a:solidFill>
          <a:ln/>
        </p:spPr>
      </p:sp>
      <p:sp>
        <p:nvSpPr>
          <p:cNvPr id="11" name="Shape 7"/>
          <p:cNvSpPr/>
          <p:nvPr/>
        </p:nvSpPr>
        <p:spPr>
          <a:xfrm>
            <a:off x="8092440" y="3108960"/>
            <a:ext cx="228600" cy="228600"/>
          </a:xfrm>
          <a:prstGeom prst="ellipse">
            <a:avLst/>
          </a:prstGeom>
          <a:solidFill>
            <a:srgbClr val="E08A1E"/>
          </a:solidFill>
          <a:ln/>
        </p:spPr>
      </p:sp>
      <p:sp>
        <p:nvSpPr>
          <p:cNvPr id="12" name="Text 8"/>
          <p:cNvSpPr txBox="1"/>
          <p:nvPr/>
        </p:nvSpPr>
        <p:spPr>
          <a:xfrm>
            <a:off x="8458200" y="3035808"/>
            <a:ext cx="3017520" cy="365760"/>
          </a:xfrm>
          <a:prstGeom prst="rect">
            <a:avLst/>
          </a:prstGeom>
          <a:noFill/>
          <a:ln/>
        </p:spPr>
        <p:txBody>
          <a:bodyPr wrap="square" lIns="0" tIns="0" rIns="0" bIns="0" rtlCol="0" anchor="t"/>
          <a:lstStyle/>
          <a:p>
            <a:pPr marL="0" indent="0">
              <a:buNone/>
            </a:pPr>
            <a:r>
              <a:rPr lang="en-US" sz="1800" b="1" dirty="0">
                <a:solidFill>
                  <a:srgbClr val="1F2328"/>
                </a:solidFill>
                <a:latin typeface="Arial" pitchFamily="34" charset="0"/>
                <a:ea typeface="Arial" pitchFamily="34" charset="-122"/>
                <a:cs typeface="Arial" pitchFamily="34" charset="-120"/>
              </a:rPr>
              <a:t>Normal</a:t>
            </a:r>
            <a:endParaRPr lang="en-US" sz="1800" dirty="0"/>
          </a:p>
        </p:txBody>
      </p:sp>
      <p:sp>
        <p:nvSpPr>
          <p:cNvPr id="13" name="Text 9"/>
          <p:cNvSpPr txBox="1"/>
          <p:nvPr/>
        </p:nvSpPr>
        <p:spPr>
          <a:xfrm>
            <a:off x="8092440" y="3493008"/>
            <a:ext cx="3383280" cy="731520"/>
          </a:xfrm>
          <a:prstGeom prst="rect">
            <a:avLst/>
          </a:prstGeom>
          <a:noFill/>
          <a:ln/>
        </p:spPr>
        <p:txBody>
          <a:bodyPr wrap="square" lIns="0" tIns="0" rIns="0" bIns="0" rtlCol="0" anchor="t"/>
          <a:lstStyle/>
          <a:p>
            <a:pPr marL="0" indent="0">
              <a:buNone/>
            </a:pPr>
            <a:r>
              <a:rPr lang="en-US" sz="1400" dirty="0">
                <a:solidFill>
                  <a:srgbClr val="505A66"/>
                </a:solidFill>
                <a:latin typeface="Arial" pitchFamily="34" charset="0"/>
                <a:ea typeface="Arial" pitchFamily="34" charset="-122"/>
                <a:cs typeface="Arial" pitchFamily="34" charset="-120"/>
              </a:rPr>
              <a:t>Simetris, padahal median 107 jauh di bawah rata-rata 153.</a:t>
            </a:r>
            <a:endParaRPr lang="en-US" sz="1400" dirty="0"/>
          </a:p>
        </p:txBody>
      </p:sp>
      <p:sp>
        <p:nvSpPr>
          <p:cNvPr id="14" name="Shape 10"/>
          <p:cNvSpPr/>
          <p:nvPr/>
        </p:nvSpPr>
        <p:spPr>
          <a:xfrm>
            <a:off x="7863840" y="4389120"/>
            <a:ext cx="3776472" cy="1325880"/>
          </a:xfrm>
          <a:prstGeom prst="rect">
            <a:avLst/>
          </a:prstGeom>
          <a:solidFill>
            <a:srgbClr val="F1EFEA"/>
          </a:solidFill>
          <a:ln/>
        </p:spPr>
      </p:sp>
      <p:sp>
        <p:nvSpPr>
          <p:cNvPr id="15" name="Shape 11"/>
          <p:cNvSpPr/>
          <p:nvPr/>
        </p:nvSpPr>
        <p:spPr>
          <a:xfrm>
            <a:off x="8092440" y="4572000"/>
            <a:ext cx="228600" cy="228600"/>
          </a:xfrm>
          <a:prstGeom prst="ellipse">
            <a:avLst/>
          </a:prstGeom>
          <a:solidFill>
            <a:srgbClr val="5E7188"/>
          </a:solidFill>
          <a:ln/>
        </p:spPr>
      </p:sp>
      <p:sp>
        <p:nvSpPr>
          <p:cNvPr id="16" name="Text 12"/>
          <p:cNvSpPr txBox="1"/>
          <p:nvPr/>
        </p:nvSpPr>
        <p:spPr>
          <a:xfrm>
            <a:off x="8458200" y="4498848"/>
            <a:ext cx="3017520" cy="365760"/>
          </a:xfrm>
          <a:prstGeom prst="rect">
            <a:avLst/>
          </a:prstGeom>
          <a:noFill/>
          <a:ln/>
        </p:spPr>
        <p:txBody>
          <a:bodyPr wrap="square" lIns="0" tIns="0" rIns="0" bIns="0" rtlCol="0" anchor="t"/>
          <a:lstStyle/>
          <a:p>
            <a:pPr marL="0" indent="0">
              <a:buNone/>
            </a:pPr>
            <a:r>
              <a:rPr lang="en-US" sz="1800" b="1" dirty="0">
                <a:solidFill>
                  <a:srgbClr val="1F2328"/>
                </a:solidFill>
                <a:latin typeface="Arial" pitchFamily="34" charset="0"/>
                <a:ea typeface="Arial" pitchFamily="34" charset="-122"/>
                <a:cs typeface="Arial" pitchFamily="34" charset="-120"/>
              </a:rPr>
              <a:t>Uniform</a:t>
            </a:r>
            <a:endParaRPr lang="en-US" sz="1800" dirty="0"/>
          </a:p>
        </p:txBody>
      </p:sp>
      <p:sp>
        <p:nvSpPr>
          <p:cNvPr id="17" name="Text 13"/>
          <p:cNvSpPr txBox="1"/>
          <p:nvPr/>
        </p:nvSpPr>
        <p:spPr>
          <a:xfrm>
            <a:off x="8092440" y="4956048"/>
            <a:ext cx="3383280" cy="731520"/>
          </a:xfrm>
          <a:prstGeom prst="rect">
            <a:avLst/>
          </a:prstGeom>
          <a:noFill/>
          <a:ln/>
        </p:spPr>
        <p:txBody>
          <a:bodyPr wrap="square" lIns="0" tIns="0" rIns="0" bIns="0" rtlCol="0" anchor="t"/>
          <a:lstStyle/>
          <a:p>
            <a:pPr marL="0" indent="0">
              <a:buNone/>
            </a:pPr>
            <a:r>
              <a:rPr lang="en-US" sz="1400" dirty="0">
                <a:solidFill>
                  <a:srgbClr val="505A66"/>
                </a:solidFill>
                <a:latin typeface="Arial" pitchFamily="34" charset="0"/>
                <a:ea typeface="Arial" pitchFamily="34" charset="-122"/>
                <a:cs typeface="Arial" pitchFamily="34" charset="-120"/>
              </a:rPr>
              <a:t>Datar di 14 sampai 530 detik, padahal 69% kunjungan selesai dalam 3 menit.</a:t>
            </a:r>
            <a:endParaRPr lang="en-US" sz="1400" dirty="0"/>
          </a:p>
        </p:txBody>
      </p:sp>
      <p:sp>
        <p:nvSpPr>
          <p:cNvPr id="25" name="Slide Number Placeholder 0"/>
          <p:cNvSpPr>
            <a:spLocks noGrp="1"/>
          </p:cNvSpPr>
          <p:nvPr>
            <p:ph type="sldNum" sz="quarter" idx="4294967295"/>
          </p:nvPr>
        </p:nvSpPr>
        <p:spPr>
          <a:xfrm>
            <a:off x="10725912" y="274320"/>
            <a:ext cx="91440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200">
                <a:solidFill>
                  <a:srgbClr val="6B7A89"/>
                </a:solidFill>
                <a:latin typeface="Arial"/>
                <a:ea typeface="Arial"/>
                <a:cs typeface="Aria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t"/>
          <a:lstStyle/>
          <a:p>
            <a:pPr marL="0" indent="0">
              <a:buNone/>
            </a:pPr>
            <a:r>
              <a:rPr lang="en-US" sz="1200" b="1" kern="0" spc="300" dirty="0">
                <a:solidFill>
                  <a:srgbClr val="C5DB7A"/>
                </a:solidFill>
                <a:latin typeface="Arial" pitchFamily="34" charset="0"/>
                <a:ea typeface="Arial" pitchFamily="34" charset="-122"/>
                <a:cs typeface="Arial" pitchFamily="34" charset="-120"/>
              </a:rPr>
              <a:t>17  ·  PEMILIHAN MODEL</a:t>
            </a:r>
            <a:endParaRPr lang="en-US" sz="1200" dirty="0"/>
          </a:p>
        </p:txBody>
      </p:sp>
      <p:sp>
        <p:nvSpPr>
          <p:cNvPr id="3" name="Text 1"/>
          <p:cNvSpPr txBox="1"/>
          <p:nvPr/>
        </p:nvSpPr>
        <p:spPr>
          <a:xfrm>
            <a:off x="548640" y="640080"/>
            <a:ext cx="11064240" cy="777240"/>
          </a:xfrm>
          <a:prstGeom prst="rect">
            <a:avLst/>
          </a:prstGeom>
          <a:noFill/>
          <a:ln/>
        </p:spPr>
        <p:txBody>
          <a:bodyPr wrap="square" lIns="0" tIns="0" rIns="0" bIns="0" rtlCol="0" anchor="ctr"/>
          <a:lstStyle/>
          <a:p>
            <a:pPr marL="0" indent="0">
              <a:buNone/>
            </a:pPr>
            <a:r>
              <a:rPr lang="en-US" sz="3000" b="1" dirty="0">
                <a:solidFill>
                  <a:srgbClr val="FFFFFF"/>
                </a:solidFill>
                <a:latin typeface="Arial" pitchFamily="34" charset="0"/>
                <a:ea typeface="Arial" pitchFamily="34" charset="-122"/>
                <a:cs typeface="Arial" pitchFamily="34" charset="-120"/>
              </a:rPr>
              <a:t>Uji K-S menolak normal dan uniform, eksponensial lolos</a:t>
            </a:r>
            <a:endParaRPr lang="en-US" sz="3000" dirty="0"/>
          </a:p>
        </p:txBody>
      </p:sp>
      <p:sp>
        <p:nvSpPr>
          <p:cNvPr id="5" name="Text 2"/>
          <p:cNvSpPr txBox="1"/>
          <p:nvPr/>
        </p:nvSpPr>
        <p:spPr>
          <a:xfrm>
            <a:off x="548640" y="1325880"/>
            <a:ext cx="11064240" cy="365760"/>
          </a:xfrm>
          <a:prstGeom prst="rect">
            <a:avLst/>
          </a:prstGeom>
          <a:noFill/>
          <a:ln/>
        </p:spPr>
        <p:txBody>
          <a:bodyPr wrap="square" lIns="0" tIns="0" rIns="0" bIns="0" rtlCol="0" anchor="t"/>
          <a:lstStyle/>
          <a:p>
            <a:pPr marL="0" indent="0">
              <a:buNone/>
            </a:pPr>
            <a:r>
              <a:rPr lang="en-US" sz="1800" dirty="0">
                <a:solidFill>
                  <a:srgbClr val="C3C8CE"/>
                </a:solidFill>
                <a:latin typeface="Arial" pitchFamily="34" charset="0"/>
                <a:ea typeface="Arial" pitchFamily="34" charset="-122"/>
                <a:cs typeface="Arial" pitchFamily="34" charset="-120"/>
              </a:rPr>
              <a:t>Statistik D (N = 77). Batas kritis D = 1,36/√N = </a:t>
            </a:r>
            <a:r>
              <a:rPr lang="en-US" sz="1800" b="1" dirty="0">
                <a:solidFill>
                  <a:srgbClr val="FFFFFF"/>
                </a:solidFill>
                <a:latin typeface="Arial" pitchFamily="34" charset="0"/>
                <a:ea typeface="Arial" pitchFamily="34" charset="-122"/>
                <a:cs typeface="Arial" pitchFamily="34" charset="-120"/>
              </a:rPr>
              <a:t>0,1550</a:t>
            </a:r>
            <a:r>
              <a:rPr lang="en-US" sz="1800" dirty="0">
                <a:solidFill>
                  <a:srgbClr val="C3C8CE"/>
                </a:solidFill>
                <a:latin typeface="Arial" pitchFamily="34" charset="0"/>
                <a:ea typeface="Arial" pitchFamily="34" charset="-122"/>
                <a:cs typeface="Arial" pitchFamily="34" charset="-120"/>
              </a:rPr>
              <a:t>; D di atasnya berarti ditolak.</a:t>
            </a:r>
            <a:endParaRPr lang="en-US" sz="1800" dirty="0"/>
          </a:p>
        </p:txBody>
      </p:sp>
      <p:sp>
        <p:nvSpPr>
          <p:cNvPr id="6" name="Shape 3"/>
          <p:cNvSpPr/>
          <p:nvPr/>
        </p:nvSpPr>
        <p:spPr>
          <a:xfrm>
            <a:off x="548640" y="1874520"/>
            <a:ext cx="11091672" cy="2468880"/>
          </a:xfrm>
          <a:prstGeom prst="rect">
            <a:avLst/>
          </a:prstGeom>
          <a:solidFill>
            <a:srgbClr val="2E353D"/>
          </a:solidFill>
          <a:ln/>
        </p:spPr>
      </p:sp>
      <p:sp>
        <p:nvSpPr>
          <p:cNvPr id="7" name="Text 4"/>
          <p:cNvSpPr txBox="1"/>
          <p:nvPr/>
        </p:nvSpPr>
        <p:spPr>
          <a:xfrm>
            <a:off x="868680" y="2103120"/>
            <a:ext cx="2194560" cy="502920"/>
          </a:xfrm>
          <a:prstGeom prst="rect">
            <a:avLst/>
          </a:prstGeom>
          <a:noFill/>
          <a:ln/>
        </p:spPr>
        <p:txBody>
          <a:bodyPr wrap="square" lIns="0" tIns="0" rIns="0" bIns="0" rtlCol="0" anchor="ctr"/>
          <a:lstStyle/>
          <a:p>
            <a:pPr marL="0" indent="0">
              <a:buNone/>
            </a:pPr>
            <a:r>
              <a:rPr lang="en-US" sz="2000" b="1" dirty="0">
                <a:solidFill>
                  <a:srgbClr val="FFFFFF"/>
                </a:solidFill>
                <a:latin typeface="Arial" pitchFamily="34" charset="0"/>
                <a:ea typeface="Arial" pitchFamily="34" charset="-122"/>
                <a:cs typeface="Arial" pitchFamily="34" charset="-120"/>
              </a:rPr>
              <a:t>Eksponensial</a:t>
            </a:r>
            <a:endParaRPr lang="en-US" sz="2000" dirty="0"/>
          </a:p>
        </p:txBody>
      </p:sp>
      <p:sp>
        <p:nvSpPr>
          <p:cNvPr id="8" name="Shape 5"/>
          <p:cNvSpPr/>
          <p:nvPr/>
        </p:nvSpPr>
        <p:spPr>
          <a:xfrm>
            <a:off x="3108960" y="2148840"/>
            <a:ext cx="1500348" cy="411480"/>
          </a:xfrm>
          <a:prstGeom prst="rect">
            <a:avLst/>
          </a:prstGeom>
          <a:solidFill>
            <a:srgbClr val="C5DB7A"/>
          </a:solidFill>
          <a:ln/>
        </p:spPr>
      </p:sp>
      <p:sp>
        <p:nvSpPr>
          <p:cNvPr id="9" name="Text 6"/>
          <p:cNvSpPr txBox="1"/>
          <p:nvPr/>
        </p:nvSpPr>
        <p:spPr>
          <a:xfrm>
            <a:off x="4792188" y="2103120"/>
            <a:ext cx="4114800" cy="502920"/>
          </a:xfrm>
          <a:prstGeom prst="rect">
            <a:avLst/>
          </a:prstGeom>
          <a:noFill/>
          <a:ln/>
        </p:spPr>
        <p:txBody>
          <a:bodyPr wrap="square" lIns="0" tIns="0" rIns="0" bIns="0" rtlCol="0" anchor="ctr"/>
          <a:lstStyle/>
          <a:p>
            <a:pPr marL="0" indent="0">
              <a:buNone/>
            </a:pPr>
            <a:r>
              <a:rPr lang="en-US" sz="1800" b="1" dirty="0">
                <a:solidFill>
                  <a:srgbClr val="FFFFFF"/>
                </a:solidFill>
                <a:latin typeface="Arial" pitchFamily="34" charset="0"/>
                <a:ea typeface="Arial" pitchFamily="34" charset="-122"/>
                <a:cs typeface="Arial" pitchFamily="34" charset="-120"/>
              </a:rPr>
              <a:t>0,1172   p = 0,222</a:t>
            </a:r>
            <a:endParaRPr lang="en-US" sz="1800" dirty="0"/>
          </a:p>
        </p:txBody>
      </p:sp>
      <p:sp>
        <p:nvSpPr>
          <p:cNvPr id="10" name="Text 7"/>
          <p:cNvSpPr txBox="1"/>
          <p:nvPr/>
        </p:nvSpPr>
        <p:spPr>
          <a:xfrm>
            <a:off x="868680" y="2816352"/>
            <a:ext cx="2194560" cy="502920"/>
          </a:xfrm>
          <a:prstGeom prst="rect">
            <a:avLst/>
          </a:prstGeom>
          <a:noFill/>
          <a:ln/>
        </p:spPr>
        <p:txBody>
          <a:bodyPr wrap="square" lIns="0" tIns="0" rIns="0" bIns="0" rtlCol="0" anchor="ctr"/>
          <a:lstStyle/>
          <a:p>
            <a:pPr marL="0" indent="0">
              <a:buNone/>
            </a:pPr>
            <a:r>
              <a:rPr lang="en-US" sz="2000" b="1" dirty="0">
                <a:solidFill>
                  <a:srgbClr val="FFFFFF"/>
                </a:solidFill>
                <a:latin typeface="Arial" pitchFamily="34" charset="0"/>
                <a:ea typeface="Arial" pitchFamily="34" charset="-122"/>
                <a:cs typeface="Arial" pitchFamily="34" charset="-120"/>
              </a:rPr>
              <a:t>Normal</a:t>
            </a:r>
            <a:endParaRPr lang="en-US" sz="2000" dirty="0"/>
          </a:p>
        </p:txBody>
      </p:sp>
      <p:sp>
        <p:nvSpPr>
          <p:cNvPr id="11" name="Shape 8"/>
          <p:cNvSpPr/>
          <p:nvPr/>
        </p:nvSpPr>
        <p:spPr>
          <a:xfrm>
            <a:off x="3108960" y="2862072"/>
            <a:ext cx="2349094" cy="411480"/>
          </a:xfrm>
          <a:prstGeom prst="rect">
            <a:avLst/>
          </a:prstGeom>
          <a:solidFill>
            <a:srgbClr val="E08A1E"/>
          </a:solidFill>
          <a:ln/>
        </p:spPr>
      </p:sp>
      <p:sp>
        <p:nvSpPr>
          <p:cNvPr id="12" name="Text 9"/>
          <p:cNvSpPr txBox="1"/>
          <p:nvPr/>
        </p:nvSpPr>
        <p:spPr>
          <a:xfrm>
            <a:off x="5640934" y="2816352"/>
            <a:ext cx="4114800" cy="502920"/>
          </a:xfrm>
          <a:prstGeom prst="rect">
            <a:avLst/>
          </a:prstGeom>
          <a:noFill/>
          <a:ln/>
        </p:spPr>
        <p:txBody>
          <a:bodyPr wrap="square" lIns="0" tIns="0" rIns="0" bIns="0" rtlCol="0" anchor="ctr"/>
          <a:lstStyle/>
          <a:p>
            <a:pPr marL="0" indent="0">
              <a:buNone/>
            </a:pPr>
            <a:r>
              <a:rPr lang="en-US" sz="1800" b="1" dirty="0">
                <a:solidFill>
                  <a:srgbClr val="FFFFFF"/>
                </a:solidFill>
                <a:latin typeface="Arial" pitchFamily="34" charset="0"/>
                <a:ea typeface="Arial" pitchFamily="34" charset="-122"/>
                <a:cs typeface="Arial" pitchFamily="34" charset="-120"/>
              </a:rPr>
              <a:t>0,1835   p = 0,010</a:t>
            </a:r>
            <a:endParaRPr lang="en-US" sz="1800" dirty="0"/>
          </a:p>
        </p:txBody>
      </p:sp>
      <p:sp>
        <p:nvSpPr>
          <p:cNvPr id="13" name="Text 10"/>
          <p:cNvSpPr txBox="1"/>
          <p:nvPr/>
        </p:nvSpPr>
        <p:spPr>
          <a:xfrm>
            <a:off x="868680" y="3529584"/>
            <a:ext cx="2194560" cy="502920"/>
          </a:xfrm>
          <a:prstGeom prst="rect">
            <a:avLst/>
          </a:prstGeom>
          <a:noFill/>
          <a:ln/>
        </p:spPr>
        <p:txBody>
          <a:bodyPr wrap="square" lIns="0" tIns="0" rIns="0" bIns="0" rtlCol="0" anchor="ctr"/>
          <a:lstStyle/>
          <a:p>
            <a:pPr marL="0" indent="0">
              <a:buNone/>
            </a:pPr>
            <a:r>
              <a:rPr lang="en-US" sz="2000" b="1" dirty="0">
                <a:solidFill>
                  <a:srgbClr val="FFFFFF"/>
                </a:solidFill>
                <a:latin typeface="Arial" pitchFamily="34" charset="0"/>
                <a:ea typeface="Arial" pitchFamily="34" charset="-122"/>
                <a:cs typeface="Arial" pitchFamily="34" charset="-120"/>
              </a:rPr>
              <a:t>Uniform</a:t>
            </a:r>
            <a:endParaRPr lang="en-US" sz="2000" dirty="0"/>
          </a:p>
        </p:txBody>
      </p:sp>
      <p:sp>
        <p:nvSpPr>
          <p:cNvPr id="14" name="Shape 11"/>
          <p:cNvSpPr/>
          <p:nvPr/>
        </p:nvSpPr>
        <p:spPr>
          <a:xfrm>
            <a:off x="3108960" y="3575304"/>
            <a:ext cx="5361310" cy="411480"/>
          </a:xfrm>
          <a:prstGeom prst="rect">
            <a:avLst/>
          </a:prstGeom>
          <a:solidFill>
            <a:srgbClr val="E08A1E"/>
          </a:solidFill>
          <a:ln/>
        </p:spPr>
      </p:sp>
      <p:sp>
        <p:nvSpPr>
          <p:cNvPr id="15" name="Text 12"/>
          <p:cNvSpPr txBox="1"/>
          <p:nvPr/>
        </p:nvSpPr>
        <p:spPr>
          <a:xfrm>
            <a:off x="8653150" y="3529584"/>
            <a:ext cx="4114800" cy="502920"/>
          </a:xfrm>
          <a:prstGeom prst="rect">
            <a:avLst/>
          </a:prstGeom>
          <a:noFill/>
          <a:ln/>
        </p:spPr>
        <p:txBody>
          <a:bodyPr wrap="square" lIns="0" tIns="0" rIns="0" bIns="0" rtlCol="0" anchor="ctr"/>
          <a:lstStyle/>
          <a:p>
            <a:pPr marL="0" indent="0">
              <a:buNone/>
            </a:pPr>
            <a:r>
              <a:rPr lang="en-US" sz="1800" b="1" dirty="0">
                <a:solidFill>
                  <a:srgbClr val="FFFFFF"/>
                </a:solidFill>
                <a:latin typeface="Arial" pitchFamily="34" charset="0"/>
                <a:ea typeface="Arial" pitchFamily="34" charset="-122"/>
                <a:cs typeface="Arial" pitchFamily="34" charset="-120"/>
              </a:rPr>
              <a:t>0,4188   p &lt; 0,001</a:t>
            </a:r>
            <a:endParaRPr lang="en-US" sz="1800" dirty="0"/>
          </a:p>
        </p:txBody>
      </p:sp>
      <p:sp>
        <p:nvSpPr>
          <p:cNvPr id="16" name="Shape 13"/>
          <p:cNvSpPr/>
          <p:nvPr/>
        </p:nvSpPr>
        <p:spPr>
          <a:xfrm>
            <a:off x="548640" y="4572000"/>
            <a:ext cx="5440680" cy="1371600"/>
          </a:xfrm>
          <a:prstGeom prst="rect">
            <a:avLst/>
          </a:prstGeom>
          <a:solidFill>
            <a:srgbClr val="2E353D"/>
          </a:solidFill>
          <a:ln/>
        </p:spPr>
      </p:sp>
      <p:sp>
        <p:nvSpPr>
          <p:cNvPr id="17" name="Text 14"/>
          <p:cNvSpPr txBox="1"/>
          <p:nvPr/>
        </p:nvSpPr>
        <p:spPr>
          <a:xfrm>
            <a:off x="777240" y="4663440"/>
            <a:ext cx="5029200" cy="1188720"/>
          </a:xfrm>
          <a:prstGeom prst="rect">
            <a:avLst/>
          </a:prstGeom>
          <a:noFill/>
          <a:ln/>
        </p:spPr>
        <p:txBody>
          <a:bodyPr wrap="square" lIns="0" tIns="0" rIns="0" bIns="0" rtlCol="0" anchor="ctr"/>
          <a:lstStyle/>
          <a:p>
            <a:pPr marL="0" indent="0">
              <a:buNone/>
            </a:pPr>
            <a:r>
              <a:rPr lang="en-US" sz="1800" dirty="0">
                <a:solidFill>
                  <a:srgbClr val="FFFFFF"/>
                </a:solidFill>
                <a:latin typeface="Arial" pitchFamily="34" charset="0"/>
                <a:ea typeface="Arial" pitchFamily="34" charset="-122"/>
                <a:cs typeface="Arial" pitchFamily="34" charset="-120"/>
              </a:rPr>
              <a:t>Eksponensial: 0,1172 &lt; 0,1550 dan p = 0,222, jadi tidak ditolak.</a:t>
            </a:r>
            <a:endParaRPr lang="en-US" sz="1800" dirty="0"/>
          </a:p>
        </p:txBody>
      </p:sp>
      <p:sp>
        <p:nvSpPr>
          <p:cNvPr id="18" name="Shape 15"/>
          <p:cNvSpPr/>
          <p:nvPr/>
        </p:nvSpPr>
        <p:spPr>
          <a:xfrm>
            <a:off x="6199632" y="4572000"/>
            <a:ext cx="5440680" cy="1371600"/>
          </a:xfrm>
          <a:prstGeom prst="rect">
            <a:avLst/>
          </a:prstGeom>
          <a:solidFill>
            <a:srgbClr val="2E353D"/>
          </a:solidFill>
          <a:ln/>
        </p:spPr>
      </p:sp>
      <p:sp>
        <p:nvSpPr>
          <p:cNvPr id="19" name="Text 16"/>
          <p:cNvSpPr txBox="1"/>
          <p:nvPr/>
        </p:nvSpPr>
        <p:spPr>
          <a:xfrm>
            <a:off x="6428232" y="4663440"/>
            <a:ext cx="5029200" cy="1188720"/>
          </a:xfrm>
          <a:prstGeom prst="rect">
            <a:avLst/>
          </a:prstGeom>
          <a:noFill/>
          <a:ln/>
        </p:spPr>
        <p:txBody>
          <a:bodyPr wrap="square" lIns="0" tIns="0" rIns="0" bIns="0" rtlCol="0" anchor="ctr"/>
          <a:lstStyle/>
          <a:p>
            <a:pPr marL="0" indent="0">
              <a:buNone/>
            </a:pPr>
            <a:r>
              <a:rPr lang="en-US" sz="1800" dirty="0">
                <a:solidFill>
                  <a:srgbClr val="FFFFFF"/>
                </a:solidFill>
                <a:latin typeface="Arial" pitchFamily="34" charset="0"/>
                <a:ea typeface="Arial" pitchFamily="34" charset="-122"/>
                <a:cs typeface="Arial" pitchFamily="34" charset="-120"/>
              </a:rPr>
              <a:t>Normal dan Uniform memiliki D di atas batas kritis, jadi ditolak.</a:t>
            </a:r>
            <a:endParaRPr lang="en-US" sz="1800" dirty="0"/>
          </a:p>
        </p:txBody>
      </p:sp>
      <p:sp>
        <p:nvSpPr>
          <p:cNvPr id="25" name="Slide Number Placeholder 0"/>
          <p:cNvSpPr>
            <a:spLocks noGrp="1"/>
          </p:cNvSpPr>
          <p:nvPr>
            <p:ph type="sldNum" sz="quarter" idx="4294967295"/>
          </p:nvPr>
        </p:nvSpPr>
        <p:spPr>
          <a:xfrm>
            <a:off x="10725912" y="274320"/>
            <a:ext cx="91440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200">
                <a:solidFill>
                  <a:srgbClr val="C3C8CE"/>
                </a:solidFill>
                <a:latin typeface="Arial"/>
                <a:ea typeface="Arial"/>
                <a:cs typeface="Aria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t"/>
          <a:lstStyle/>
          <a:p>
            <a:pPr marL="0" indent="0">
              <a:buNone/>
            </a:pPr>
            <a:r>
              <a:rPr lang="en-US" sz="1200" b="1" kern="0" spc="300" dirty="0">
                <a:solidFill>
                  <a:srgbClr val="466018"/>
                </a:solidFill>
                <a:latin typeface="Arial" pitchFamily="34" charset="0"/>
                <a:ea typeface="Arial" pitchFamily="34" charset="-122"/>
                <a:cs typeface="Arial" pitchFamily="34" charset="-120"/>
              </a:rPr>
              <a:t>18  ·  PEMILIHAN MODEL</a:t>
            </a:r>
            <a:endParaRPr lang="en-US" sz="1200" dirty="0"/>
          </a:p>
        </p:txBody>
      </p:sp>
      <p:sp>
        <p:nvSpPr>
          <p:cNvPr id="3" name="Text 1"/>
          <p:cNvSpPr txBox="1"/>
          <p:nvPr/>
        </p:nvSpPr>
        <p:spPr>
          <a:xfrm>
            <a:off x="548640" y="640080"/>
            <a:ext cx="11064240" cy="777240"/>
          </a:xfrm>
          <a:prstGeom prst="rect">
            <a:avLst/>
          </a:prstGeom>
          <a:noFill/>
          <a:ln/>
        </p:spPr>
        <p:txBody>
          <a:bodyPr wrap="square" lIns="0" tIns="0" rIns="0" bIns="0" rtlCol="0" anchor="ctr"/>
          <a:lstStyle/>
          <a:p>
            <a:pPr marL="0" indent="0">
              <a:buNone/>
            </a:pPr>
            <a:r>
              <a:rPr lang="en-US" sz="3000" b="1" dirty="0">
                <a:solidFill>
                  <a:srgbClr val="1F2328"/>
                </a:solidFill>
                <a:latin typeface="Arial" pitchFamily="34" charset="0"/>
                <a:ea typeface="Arial" pitchFamily="34" charset="-122"/>
                <a:cs typeface="Arial" pitchFamily="34" charset="-120"/>
              </a:rPr>
              <a:t>Pilihan akhir: eksponensial dengan batas bawah 14 detik</a:t>
            </a:r>
            <a:endParaRPr lang="en-US" sz="3000" dirty="0"/>
          </a:p>
        </p:txBody>
      </p:sp>
      <p:sp>
        <p:nvSpPr>
          <p:cNvPr id="5" name="Shape 2"/>
          <p:cNvSpPr/>
          <p:nvPr/>
        </p:nvSpPr>
        <p:spPr>
          <a:xfrm>
            <a:off x="548640" y="1554480"/>
            <a:ext cx="5440680" cy="2651760"/>
          </a:xfrm>
          <a:prstGeom prst="rect">
            <a:avLst/>
          </a:prstGeom>
          <a:solidFill>
            <a:srgbClr val="F1EFEA"/>
          </a:solidFill>
          <a:ln/>
        </p:spPr>
      </p:sp>
      <p:sp>
        <p:nvSpPr>
          <p:cNvPr id="6" name="Text 3"/>
          <p:cNvSpPr txBox="1"/>
          <p:nvPr/>
        </p:nvSpPr>
        <p:spPr>
          <a:xfrm>
            <a:off x="822960" y="1737360"/>
            <a:ext cx="4937760" cy="365760"/>
          </a:xfrm>
          <a:prstGeom prst="rect">
            <a:avLst/>
          </a:prstGeom>
          <a:noFill/>
          <a:ln/>
        </p:spPr>
        <p:txBody>
          <a:bodyPr wrap="square" lIns="0" tIns="0" rIns="0" bIns="0" rtlCol="0" anchor="t"/>
          <a:lstStyle/>
          <a:p>
            <a:pPr marL="0" indent="0">
              <a:buNone/>
            </a:pPr>
            <a:r>
              <a:rPr lang="en-US" sz="2000" b="1" dirty="0">
                <a:solidFill>
                  <a:srgbClr val="1F2328"/>
                </a:solidFill>
                <a:latin typeface="Arial" pitchFamily="34" charset="0"/>
                <a:ea typeface="Arial" pitchFamily="34" charset="-122"/>
                <a:cs typeface="Arial" pitchFamily="34" charset="-120"/>
              </a:rPr>
              <a:t>Tanpa pergeseran (cara modul)</a:t>
            </a:r>
            <a:endParaRPr lang="en-US" sz="2000" dirty="0"/>
          </a:p>
        </p:txBody>
      </p:sp>
      <p:sp>
        <p:nvSpPr>
          <p:cNvPr id="7" name="Text 4"/>
          <p:cNvSpPr txBox="1"/>
          <p:nvPr/>
        </p:nvSpPr>
        <p:spPr>
          <a:xfrm>
            <a:off x="822960" y="2331720"/>
            <a:ext cx="4937760" cy="1645920"/>
          </a:xfrm>
          <a:prstGeom prst="rect">
            <a:avLst/>
          </a:prstGeom>
          <a:noFill/>
          <a:ln/>
        </p:spPr>
        <p:txBody>
          <a:bodyPr wrap="square" lIns="0" tIns="0" rIns="0" bIns="0" rtlCol="0" anchor="t"/>
          <a:lstStyle/>
          <a:p>
            <a:pPr marL="0" indent="0">
              <a:spcAft>
                <a:spcPts val="800"/>
              </a:spcAft>
              <a:buNone/>
            </a:pPr>
            <a:r>
              <a:rPr lang="en-US" sz="2000" dirty="0">
                <a:solidFill>
                  <a:srgbClr val="505A66"/>
                </a:solidFill>
                <a:latin typeface="Arial" pitchFamily="34" charset="0"/>
                <a:ea typeface="Arial" pitchFamily="34" charset="-122"/>
                <a:cs typeface="Arial" pitchFamily="34" charset="-120"/>
              </a:rPr>
              <a:t>loc = 0, scale = 153,23</a:t>
            </a:r>
            <a:endParaRPr lang="en-US" sz="2000" dirty="0"/>
          </a:p>
          <a:p>
            <a:pPr marL="0" indent="0">
              <a:spcAft>
                <a:spcPts val="800"/>
              </a:spcAft>
              <a:buNone/>
            </a:pPr>
            <a:r>
              <a:rPr lang="en-US" sz="2000" dirty="0">
                <a:solidFill>
                  <a:srgbClr val="505A66"/>
                </a:solidFill>
                <a:latin typeface="Arial" pitchFamily="34" charset="0"/>
                <a:ea typeface="Arial" pitchFamily="34" charset="-122"/>
                <a:cs typeface="Arial" pitchFamily="34" charset="-120"/>
              </a:rPr>
              <a:t>D = 0,175 · p = 0,016</a:t>
            </a:r>
            <a:endParaRPr lang="en-US" sz="2000" dirty="0"/>
          </a:p>
          <a:p>
            <a:pPr marL="0" indent="0">
              <a:spcAft>
                <a:spcPts val="800"/>
              </a:spcAft>
              <a:buNone/>
            </a:pPr>
            <a:r>
              <a:rPr lang="en-US" sz="2000" dirty="0">
                <a:solidFill>
                  <a:srgbClr val="505A66"/>
                </a:solidFill>
                <a:latin typeface="Arial" pitchFamily="34" charset="0"/>
                <a:ea typeface="Arial" pitchFamily="34" charset="-122"/>
                <a:cs typeface="Arial" pitchFamily="34" charset="-120"/>
              </a:rPr>
              <a:t>Ditolak (p &lt; 0,05)</a:t>
            </a:r>
            <a:endParaRPr lang="en-US" sz="2000" dirty="0"/>
          </a:p>
        </p:txBody>
      </p:sp>
      <p:sp>
        <p:nvSpPr>
          <p:cNvPr id="8" name="Shape 5"/>
          <p:cNvSpPr/>
          <p:nvPr/>
        </p:nvSpPr>
        <p:spPr>
          <a:xfrm>
            <a:off x="6199632" y="1554480"/>
            <a:ext cx="5440680" cy="2651760"/>
          </a:xfrm>
          <a:prstGeom prst="rect">
            <a:avLst/>
          </a:prstGeom>
          <a:solidFill>
            <a:srgbClr val="F1EFEA"/>
          </a:solidFill>
          <a:ln/>
        </p:spPr>
      </p:sp>
      <p:sp>
        <p:nvSpPr>
          <p:cNvPr id="9" name="Text 6"/>
          <p:cNvSpPr txBox="1"/>
          <p:nvPr/>
        </p:nvSpPr>
        <p:spPr>
          <a:xfrm>
            <a:off x="6473952" y="1737360"/>
            <a:ext cx="4937760" cy="365760"/>
          </a:xfrm>
          <a:prstGeom prst="rect">
            <a:avLst/>
          </a:prstGeom>
          <a:noFill/>
          <a:ln/>
        </p:spPr>
        <p:txBody>
          <a:bodyPr wrap="square" lIns="0" tIns="0" rIns="0" bIns="0" rtlCol="0" anchor="t"/>
          <a:lstStyle/>
          <a:p>
            <a:pPr marL="0" indent="0">
              <a:buNone/>
            </a:pPr>
            <a:r>
              <a:rPr lang="en-US" sz="2000" b="1" dirty="0">
                <a:solidFill>
                  <a:srgbClr val="1F2328"/>
                </a:solidFill>
                <a:latin typeface="Arial" pitchFamily="34" charset="0"/>
                <a:ea typeface="Arial" pitchFamily="34" charset="-122"/>
                <a:cs typeface="Arial" pitchFamily="34" charset="-120"/>
              </a:rPr>
              <a:t>Digeser 14 detik (dipilih)</a:t>
            </a:r>
            <a:endParaRPr lang="en-US" sz="2000" dirty="0"/>
          </a:p>
        </p:txBody>
      </p:sp>
      <p:sp>
        <p:nvSpPr>
          <p:cNvPr id="10" name="Text 7"/>
          <p:cNvSpPr txBox="1"/>
          <p:nvPr/>
        </p:nvSpPr>
        <p:spPr>
          <a:xfrm>
            <a:off x="6473952" y="2331720"/>
            <a:ext cx="4937760" cy="1645920"/>
          </a:xfrm>
          <a:prstGeom prst="rect">
            <a:avLst/>
          </a:prstGeom>
          <a:noFill/>
          <a:ln/>
        </p:spPr>
        <p:txBody>
          <a:bodyPr wrap="square" lIns="0" tIns="0" rIns="0" bIns="0" rtlCol="0" anchor="t"/>
          <a:lstStyle/>
          <a:p>
            <a:pPr marL="0" indent="0">
              <a:spcAft>
                <a:spcPts val="800"/>
              </a:spcAft>
              <a:buNone/>
            </a:pPr>
            <a:r>
              <a:rPr lang="en-US" sz="2000" dirty="0">
                <a:solidFill>
                  <a:srgbClr val="505A66"/>
                </a:solidFill>
                <a:latin typeface="Arial" pitchFamily="34" charset="0"/>
                <a:ea typeface="Arial" pitchFamily="34" charset="-122"/>
                <a:cs typeface="Arial" pitchFamily="34" charset="-120"/>
              </a:rPr>
              <a:t>loc = 14, scale = 139,23</a:t>
            </a:r>
            <a:endParaRPr lang="en-US" sz="2000" dirty="0"/>
          </a:p>
          <a:p>
            <a:pPr marL="0" indent="0">
              <a:spcAft>
                <a:spcPts val="800"/>
              </a:spcAft>
              <a:buNone/>
            </a:pPr>
            <a:r>
              <a:rPr lang="en-US" sz="2000" dirty="0">
                <a:solidFill>
                  <a:srgbClr val="505A66"/>
                </a:solidFill>
                <a:latin typeface="Arial" pitchFamily="34" charset="0"/>
                <a:ea typeface="Arial" pitchFamily="34" charset="-122"/>
                <a:cs typeface="Arial" pitchFamily="34" charset="-120"/>
              </a:rPr>
              <a:t>D = 0,117 · p = 0,222</a:t>
            </a:r>
            <a:endParaRPr lang="en-US" sz="2000" dirty="0"/>
          </a:p>
          <a:p>
            <a:pPr marL="0" indent="0">
              <a:spcAft>
                <a:spcPts val="800"/>
              </a:spcAft>
              <a:buNone/>
            </a:pPr>
            <a:r>
              <a:rPr lang="en-US" sz="2000" dirty="0">
                <a:solidFill>
                  <a:srgbClr val="505A66"/>
                </a:solidFill>
                <a:latin typeface="Arial" pitchFamily="34" charset="0"/>
                <a:ea typeface="Arial" pitchFamily="34" charset="-122"/>
                <a:cs typeface="Arial" pitchFamily="34" charset="-120"/>
              </a:rPr>
              <a:t>Tidak ditolak (p &gt; 0,05)</a:t>
            </a:r>
            <a:endParaRPr lang="en-US" sz="2000" dirty="0"/>
          </a:p>
        </p:txBody>
      </p:sp>
      <p:sp>
        <p:nvSpPr>
          <p:cNvPr id="11" name="Shape 8"/>
          <p:cNvSpPr/>
          <p:nvPr/>
        </p:nvSpPr>
        <p:spPr>
          <a:xfrm>
            <a:off x="548640" y="4526280"/>
            <a:ext cx="11091672" cy="1280160"/>
          </a:xfrm>
          <a:prstGeom prst="rect">
            <a:avLst/>
          </a:prstGeom>
          <a:solidFill>
            <a:srgbClr val="1F2328"/>
          </a:solidFill>
          <a:ln/>
        </p:spPr>
      </p:sp>
      <p:sp>
        <p:nvSpPr>
          <p:cNvPr id="12" name="Text 9"/>
          <p:cNvSpPr txBox="1"/>
          <p:nvPr/>
        </p:nvSpPr>
        <p:spPr>
          <a:xfrm>
            <a:off x="822960" y="4526280"/>
            <a:ext cx="10607040" cy="1280160"/>
          </a:xfrm>
          <a:prstGeom prst="rect">
            <a:avLst/>
          </a:prstGeom>
          <a:noFill/>
          <a:ln/>
        </p:spPr>
        <p:txBody>
          <a:bodyPr wrap="square" lIns="0" tIns="0" rIns="0" bIns="0" rtlCol="0" anchor="ctr"/>
          <a:lstStyle/>
          <a:p>
            <a:pPr marL="0" indent="0">
              <a:buNone/>
            </a:pPr>
            <a:r>
              <a:rPr lang="en-US" sz="2000" b="1" dirty="0">
                <a:solidFill>
                  <a:srgbClr val="FFFFFF"/>
                </a:solidFill>
                <a:latin typeface="Arial" pitchFamily="34" charset="0"/>
                <a:ea typeface="Arial" pitchFamily="34" charset="-122"/>
                <a:cs typeface="Arial" pitchFamily="34" charset="-120"/>
              </a:rPr>
              <a:t>Keputusan: lama berada = 14 detik + waktu acak eksponensial (rata-rata tambahan 139,23 detik). p besar bukan bukti pasti model benar.</a:t>
            </a:r>
            <a:endParaRPr lang="en-US" sz="2000" dirty="0"/>
          </a:p>
        </p:txBody>
      </p:sp>
      <p:sp>
        <p:nvSpPr>
          <p:cNvPr id="25" name="Slide Number Placeholder 0"/>
          <p:cNvSpPr>
            <a:spLocks noGrp="1"/>
          </p:cNvSpPr>
          <p:nvPr>
            <p:ph type="sldNum" sz="quarter" idx="4294967295"/>
          </p:nvPr>
        </p:nvSpPr>
        <p:spPr>
          <a:xfrm>
            <a:off x="10725912" y="274320"/>
            <a:ext cx="91440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200">
                <a:solidFill>
                  <a:srgbClr val="6B7A89"/>
                </a:solidFill>
                <a:latin typeface="Arial"/>
                <a:ea typeface="Arial"/>
                <a:cs typeface="Arial"/>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t"/>
          <a:lstStyle/>
          <a:p>
            <a:pPr marL="0" indent="0">
              <a:buNone/>
            </a:pPr>
            <a:r>
              <a:rPr lang="en-US" sz="1200" b="1" kern="0" spc="300" dirty="0">
                <a:solidFill>
                  <a:srgbClr val="466018"/>
                </a:solidFill>
                <a:latin typeface="Arial" pitchFamily="34" charset="0"/>
                <a:ea typeface="Arial" pitchFamily="34" charset="-122"/>
                <a:cs typeface="Arial" pitchFamily="34" charset="-120"/>
              </a:rPr>
              <a:t>19  ·  SIMULASI</a:t>
            </a:r>
            <a:endParaRPr lang="en-US" sz="1200" dirty="0"/>
          </a:p>
        </p:txBody>
      </p:sp>
      <p:sp>
        <p:nvSpPr>
          <p:cNvPr id="3" name="Text 1"/>
          <p:cNvSpPr txBox="1"/>
          <p:nvPr/>
        </p:nvSpPr>
        <p:spPr>
          <a:xfrm>
            <a:off x="548640" y="640080"/>
            <a:ext cx="11064240" cy="777240"/>
          </a:xfrm>
          <a:prstGeom prst="rect">
            <a:avLst/>
          </a:prstGeom>
          <a:noFill/>
          <a:ln/>
        </p:spPr>
        <p:txBody>
          <a:bodyPr wrap="square" lIns="0" tIns="0" rIns="0" bIns="0" rtlCol="0" anchor="ctr"/>
          <a:lstStyle/>
          <a:p>
            <a:pPr marL="0" indent="0">
              <a:buNone/>
            </a:pPr>
            <a:r>
              <a:rPr lang="en-US" sz="3000" b="1" dirty="0">
                <a:solidFill>
                  <a:srgbClr val="1F2328"/>
                </a:solidFill>
                <a:latin typeface="Arial" pitchFamily="34" charset="0"/>
                <a:ea typeface="Arial" pitchFamily="34" charset="-122"/>
                <a:cs typeface="Arial" pitchFamily="34" charset="-120"/>
              </a:rPr>
              <a:t>Satu kunjungan = 14 detik + waktu acak eksponensial</a:t>
            </a:r>
            <a:endParaRPr lang="en-US" sz="3000" dirty="0"/>
          </a:p>
        </p:txBody>
      </p:sp>
      <p:sp>
        <p:nvSpPr>
          <p:cNvPr id="5" name="Shape 2"/>
          <p:cNvSpPr/>
          <p:nvPr/>
        </p:nvSpPr>
        <p:spPr>
          <a:xfrm>
            <a:off x="548640" y="1554480"/>
            <a:ext cx="5577840" cy="1737360"/>
          </a:xfrm>
          <a:prstGeom prst="rect">
            <a:avLst/>
          </a:prstGeom>
          <a:solidFill>
            <a:srgbClr val="F1EFEA"/>
          </a:solidFill>
          <a:ln/>
        </p:spPr>
      </p:sp>
      <p:sp>
        <p:nvSpPr>
          <p:cNvPr id="6" name="Text 3"/>
          <p:cNvSpPr txBox="1"/>
          <p:nvPr/>
        </p:nvSpPr>
        <p:spPr>
          <a:xfrm>
            <a:off x="777240" y="1691640"/>
            <a:ext cx="5120640" cy="1463040"/>
          </a:xfrm>
          <a:prstGeom prst="rect">
            <a:avLst/>
          </a:prstGeom>
          <a:noFill/>
          <a:ln/>
        </p:spPr>
        <p:txBody>
          <a:bodyPr wrap="square" lIns="0" tIns="0" rIns="0" bIns="0" rtlCol="0" anchor="ctr"/>
          <a:lstStyle/>
          <a:p>
            <a:pPr marL="0" indent="0">
              <a:buNone/>
            </a:pPr>
            <a:r>
              <a:rPr lang="en-US" sz="1800" i="1" dirty="0">
                <a:solidFill>
                  <a:srgbClr val="1F2328"/>
                </a:solidFill>
                <a:latin typeface="Arial" pitchFamily="34" charset="0"/>
                <a:ea typeface="Arial" pitchFamily="34" charset="-122"/>
                <a:cs typeface="Arial" pitchFamily="34" charset="-120"/>
              </a:rPr>
              <a:t>Menjalankan ribuan eksperimen secara acak menggunakan distribusi probabilitas untuk melihat berbagai kemungkinan hasil akhir.</a:t>
            </a:r>
            <a:endParaRPr lang="en-US" sz="1800" dirty="0"/>
          </a:p>
        </p:txBody>
      </p:sp>
      <p:sp>
        <p:nvSpPr>
          <p:cNvPr id="7" name="Text 4"/>
          <p:cNvSpPr txBox="1"/>
          <p:nvPr/>
        </p:nvSpPr>
        <p:spPr>
          <a:xfrm>
            <a:off x="548640" y="3566160"/>
            <a:ext cx="5577840" cy="2377440"/>
          </a:xfrm>
          <a:prstGeom prst="rect">
            <a:avLst/>
          </a:prstGeom>
          <a:noFill/>
          <a:ln/>
        </p:spPr>
        <p:txBody>
          <a:bodyPr wrap="square" lIns="0" tIns="0" rIns="0" bIns="0" rtlCol="0" anchor="t"/>
          <a:lstStyle/>
          <a:p>
            <a:pPr marL="0" indent="0">
              <a:spcAft>
                <a:spcPts val="1000"/>
              </a:spcAft>
              <a:buNone/>
            </a:pPr>
            <a:r>
              <a:rPr lang="en-US" sz="1800" b="1" dirty="0">
                <a:solidFill>
                  <a:srgbClr val="1F2328"/>
                </a:solidFill>
                <a:latin typeface="Arial" pitchFamily="34" charset="0"/>
                <a:ea typeface="Arial" pitchFamily="34" charset="-122"/>
                <a:cs typeface="Arial" pitchFamily="34" charset="-120"/>
              </a:rPr>
              <a:t>Ribuan eksperimen = </a:t>
            </a:r>
            <a:r>
              <a:rPr lang="en-US" sz="1800" dirty="0">
                <a:solidFill>
                  <a:srgbClr val="1F2328"/>
                </a:solidFill>
                <a:latin typeface="Arial" pitchFamily="34" charset="0"/>
                <a:ea typeface="Arial" pitchFamily="34" charset="-122"/>
                <a:cs typeface="Arial" pitchFamily="34" charset="-120"/>
              </a:rPr>
              <a:t>1.000 kunjungan acak</a:t>
            </a:r>
            <a:endParaRPr lang="en-US" sz="1800" dirty="0"/>
          </a:p>
          <a:p>
            <a:pPr marL="0" indent="0">
              <a:spcAft>
                <a:spcPts val="1000"/>
              </a:spcAft>
              <a:buNone/>
            </a:pPr>
            <a:r>
              <a:rPr lang="en-US" sz="1800" b="1" dirty="0">
                <a:solidFill>
                  <a:srgbClr val="1F2328"/>
                </a:solidFill>
                <a:latin typeface="Arial" pitchFamily="34" charset="0"/>
                <a:ea typeface="Arial" pitchFamily="34" charset="-122"/>
                <a:cs typeface="Arial" pitchFamily="34" charset="-120"/>
              </a:rPr>
              <a:t>Distribusi probabilitas = </a:t>
            </a:r>
            <a:r>
              <a:rPr lang="en-US" sz="1800" dirty="0">
                <a:solidFill>
                  <a:srgbClr val="1F2328"/>
                </a:solidFill>
                <a:latin typeface="Arial" pitchFamily="34" charset="0"/>
                <a:ea typeface="Arial" pitchFamily="34" charset="-122"/>
                <a:cs typeface="Arial" pitchFamily="34" charset="-120"/>
              </a:rPr>
              <a:t>14 detik + eksponensial (rata-rata tambahan 139,23 detik)</a:t>
            </a:r>
            <a:endParaRPr lang="en-US" sz="1800" dirty="0"/>
          </a:p>
          <a:p>
            <a:pPr marL="0" indent="0">
              <a:spcAft>
                <a:spcPts val="1000"/>
              </a:spcAft>
              <a:buNone/>
            </a:pPr>
            <a:r>
              <a:rPr lang="en-US" sz="1800" b="1" dirty="0">
                <a:solidFill>
                  <a:srgbClr val="1F2328"/>
                </a:solidFill>
                <a:latin typeface="Arial" pitchFamily="34" charset="0"/>
                <a:ea typeface="Arial" pitchFamily="34" charset="-122"/>
                <a:cs typeface="Arial" pitchFamily="34" charset="-120"/>
              </a:rPr>
              <a:t>Hasil akhir = </a:t>
            </a:r>
            <a:r>
              <a:rPr lang="en-US" sz="1800" dirty="0">
                <a:solidFill>
                  <a:srgbClr val="1F2328"/>
                </a:solidFill>
                <a:latin typeface="Arial" pitchFamily="34" charset="0"/>
                <a:ea typeface="Arial" pitchFamily="34" charset="-122"/>
                <a:cs typeface="Arial" pitchFamily="34" charset="-120"/>
              </a:rPr>
              <a:t>sebaran lama berada di kantin</a:t>
            </a:r>
            <a:endParaRPr lang="en-US" sz="1800" dirty="0"/>
          </a:p>
        </p:txBody>
      </p:sp>
      <p:sp>
        <p:nvSpPr>
          <p:cNvPr id="8" name="Shape 5"/>
          <p:cNvSpPr/>
          <p:nvPr/>
        </p:nvSpPr>
        <p:spPr>
          <a:xfrm>
            <a:off x="6492240" y="1554480"/>
            <a:ext cx="5148072" cy="3108960"/>
          </a:xfrm>
          <a:prstGeom prst="rect">
            <a:avLst/>
          </a:prstGeom>
          <a:solidFill>
            <a:srgbClr val="1F2328"/>
          </a:solidFill>
          <a:ln/>
        </p:spPr>
      </p:sp>
      <p:sp>
        <p:nvSpPr>
          <p:cNvPr id="9" name="Text 6"/>
          <p:cNvSpPr txBox="1"/>
          <p:nvPr/>
        </p:nvSpPr>
        <p:spPr>
          <a:xfrm>
            <a:off x="6766560" y="1737360"/>
            <a:ext cx="4572000" cy="274320"/>
          </a:xfrm>
          <a:prstGeom prst="rect">
            <a:avLst/>
          </a:prstGeom>
          <a:noFill/>
          <a:ln/>
        </p:spPr>
        <p:txBody>
          <a:bodyPr wrap="square" lIns="0" tIns="0" rIns="0" bIns="0" rtlCol="0" anchor="t"/>
          <a:lstStyle/>
          <a:p>
            <a:pPr marL="0" indent="0">
              <a:buNone/>
            </a:pPr>
            <a:r>
              <a:rPr lang="en-US" sz="1400" b="1" kern="0" spc="200" dirty="0">
                <a:solidFill>
                  <a:srgbClr val="C5DB7A"/>
                </a:solidFill>
                <a:latin typeface="Arial" pitchFamily="34" charset="0"/>
                <a:ea typeface="Arial" pitchFamily="34" charset="-122"/>
                <a:cs typeface="Arial" pitchFamily="34" charset="-120"/>
              </a:rPr>
              <a:t>BUKTI KODE</a:t>
            </a:r>
            <a:endParaRPr lang="en-US" sz="1400" dirty="0"/>
          </a:p>
        </p:txBody>
      </p:sp>
      <p:sp>
        <p:nvSpPr>
          <p:cNvPr id="10" name="Text 7"/>
          <p:cNvSpPr txBox="1"/>
          <p:nvPr/>
        </p:nvSpPr>
        <p:spPr>
          <a:xfrm>
            <a:off x="6766560" y="2194560"/>
            <a:ext cx="4663440" cy="2377440"/>
          </a:xfrm>
          <a:prstGeom prst="rect">
            <a:avLst/>
          </a:prstGeom>
          <a:noFill/>
          <a:ln/>
        </p:spPr>
        <p:txBody>
          <a:bodyPr wrap="square" lIns="0" tIns="0" rIns="0" bIns="0" rtlCol="0" anchor="t"/>
          <a:lstStyle/>
          <a:p>
            <a:pPr marL="0" indent="0">
              <a:spcAft>
                <a:spcPts val="800"/>
              </a:spcAft>
              <a:buNone/>
            </a:pPr>
            <a:r>
              <a:rPr lang="en-US" sz="1600" dirty="0">
                <a:solidFill>
                  <a:srgbClr val="FFFFFF"/>
                </a:solidFill>
                <a:latin typeface="Arial" pitchFamily="34" charset="0"/>
                <a:ea typeface="Arial" pitchFamily="34" charset="-122"/>
                <a:cs typeface="Arial" pitchFamily="34" charset="-120"/>
              </a:rPr>
              <a:t>np.random.seed(42)</a:t>
            </a:r>
            <a:endParaRPr lang="en-US" sz="1600" dirty="0"/>
          </a:p>
          <a:p>
            <a:pPr marL="0" indent="0">
              <a:spcAft>
                <a:spcPts val="800"/>
              </a:spcAft>
              <a:buNone/>
            </a:pPr>
            <a:r>
              <a:rPr lang="en-US" sz="1600" dirty="0">
                <a:solidFill>
                  <a:srgbClr val="FFFFFF"/>
                </a:solidFill>
                <a:latin typeface="Arial" pitchFamily="34" charset="0"/>
                <a:ea typeface="Arial" pitchFamily="34" charset="-122"/>
                <a:cs typeface="Arial" pitchFamily="34" charset="-120"/>
              </a:rPr>
              <a:t>loc_exp, scale_exp = terbaik["params"]</a:t>
            </a:r>
            <a:endParaRPr lang="en-US" sz="1600" dirty="0"/>
          </a:p>
          <a:p>
            <a:pPr marL="0" indent="0">
              <a:spcAft>
                <a:spcPts val="800"/>
              </a:spcAft>
              <a:buNone/>
            </a:pPr>
            <a:r>
              <a:rPr lang="en-US" sz="1600" dirty="0">
                <a:solidFill>
                  <a:srgbClr val="FFFFFF"/>
                </a:solidFill>
                <a:latin typeface="Arial" pitchFamily="34" charset="0"/>
                <a:ea typeface="Arial" pitchFamily="34" charset="-122"/>
                <a:cs typeface="Arial" pitchFamily="34" charset="-120"/>
              </a:rPr>
              <a:t>durasi_sim = np.random.exponential(scale=scale_exp, size=1000) + loc_exp</a:t>
            </a:r>
            <a:endParaRPr lang="en-US" sz="1600" dirty="0"/>
          </a:p>
        </p:txBody>
      </p:sp>
      <p:sp>
        <p:nvSpPr>
          <p:cNvPr id="11" name="Text 8"/>
          <p:cNvSpPr txBox="1"/>
          <p:nvPr/>
        </p:nvSpPr>
        <p:spPr>
          <a:xfrm>
            <a:off x="6492240" y="4846320"/>
            <a:ext cx="5148072" cy="914400"/>
          </a:xfrm>
          <a:prstGeom prst="rect">
            <a:avLst/>
          </a:prstGeom>
          <a:noFill/>
          <a:ln/>
        </p:spPr>
        <p:txBody>
          <a:bodyPr wrap="square" lIns="0" tIns="0" rIns="0" bIns="0" rtlCol="0" anchor="t"/>
          <a:lstStyle/>
          <a:p>
            <a:pPr marL="0" indent="0">
              <a:buNone/>
            </a:pPr>
            <a:r>
              <a:rPr lang="en-US" sz="1400" dirty="0">
                <a:solidFill>
                  <a:srgbClr val="505A66"/>
                </a:solidFill>
                <a:latin typeface="Arial" pitchFamily="34" charset="0"/>
                <a:ea typeface="Arial" pitchFamily="34" charset="-122"/>
                <a:cs typeface="Arial" pitchFamily="34" charset="-120"/>
              </a:rPr>
              <a:t>Sumber: src/simulasi/kantin.ipynb, sel 10. Hasil fit: loc = 14,0; scale = 139,23. Seed 42 mengunci angka acak.</a:t>
            </a:r>
            <a:endParaRPr lang="en-US" sz="1400" dirty="0"/>
          </a:p>
        </p:txBody>
      </p:sp>
      <p:sp>
        <p:nvSpPr>
          <p:cNvPr id="25" name="Slide Number Placeholder 0"/>
          <p:cNvSpPr>
            <a:spLocks noGrp="1"/>
          </p:cNvSpPr>
          <p:nvPr>
            <p:ph type="sldNum" sz="quarter" idx="4294967295"/>
          </p:nvPr>
        </p:nvSpPr>
        <p:spPr>
          <a:xfrm>
            <a:off x="10725912" y="274320"/>
            <a:ext cx="91440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200">
                <a:solidFill>
                  <a:srgbClr val="6B7A89"/>
                </a:solidFill>
                <a:latin typeface="Arial"/>
                <a:ea typeface="Arial"/>
                <a:cs typeface="Arial"/>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t"/>
          <a:lstStyle/>
          <a:p>
            <a:pPr marL="0" indent="0">
              <a:buNone/>
            </a:pPr>
            <a:r>
              <a:rPr lang="en-US" sz="1200" b="1" kern="0" spc="300" dirty="0">
                <a:solidFill>
                  <a:srgbClr val="C5DB7A"/>
                </a:solidFill>
                <a:latin typeface="Arial" pitchFamily="34" charset="0"/>
                <a:ea typeface="Arial" pitchFamily="34" charset="-122"/>
                <a:cs typeface="Arial" pitchFamily="34" charset="-120"/>
              </a:rPr>
              <a:t>20  ·  SIMULASI</a:t>
            </a:r>
            <a:endParaRPr lang="en-US" sz="1200" dirty="0"/>
          </a:p>
        </p:txBody>
      </p:sp>
      <p:sp>
        <p:nvSpPr>
          <p:cNvPr id="3" name="Text 1"/>
          <p:cNvSpPr txBox="1"/>
          <p:nvPr/>
        </p:nvSpPr>
        <p:spPr>
          <a:xfrm>
            <a:off x="548640" y="640080"/>
            <a:ext cx="11064240" cy="777240"/>
          </a:xfrm>
          <a:prstGeom prst="rect">
            <a:avLst/>
          </a:prstGeom>
          <a:noFill/>
          <a:ln/>
        </p:spPr>
        <p:txBody>
          <a:bodyPr wrap="square" lIns="0" tIns="0" rIns="0" bIns="0" rtlCol="0" anchor="ctr"/>
          <a:lstStyle/>
          <a:p>
            <a:pPr marL="0" indent="0">
              <a:buNone/>
            </a:pPr>
            <a:r>
              <a:rPr lang="en-US" sz="3000" b="1" dirty="0">
                <a:solidFill>
                  <a:srgbClr val="FFFFFF"/>
                </a:solidFill>
                <a:latin typeface="Arial" pitchFamily="34" charset="0"/>
                <a:ea typeface="Arial" pitchFamily="34" charset="-122"/>
                <a:cs typeface="Arial" pitchFamily="34" charset="-120"/>
              </a:rPr>
              <a:t>Empat langkah dari parameter sampai perbandingan</a:t>
            </a:r>
            <a:endParaRPr lang="en-US" sz="3000" dirty="0"/>
          </a:p>
        </p:txBody>
      </p:sp>
      <p:sp>
        <p:nvSpPr>
          <p:cNvPr id="5" name="Shape 2"/>
          <p:cNvSpPr/>
          <p:nvPr/>
        </p:nvSpPr>
        <p:spPr>
          <a:xfrm>
            <a:off x="548640" y="1645920"/>
            <a:ext cx="2606040" cy="2560320"/>
          </a:xfrm>
          <a:prstGeom prst="rect">
            <a:avLst/>
          </a:prstGeom>
          <a:solidFill>
            <a:srgbClr val="2E353D"/>
          </a:solidFill>
          <a:ln/>
        </p:spPr>
      </p:sp>
      <p:sp>
        <p:nvSpPr>
          <p:cNvPr id="6" name="Text 3"/>
          <p:cNvSpPr txBox="1"/>
          <p:nvPr/>
        </p:nvSpPr>
        <p:spPr>
          <a:xfrm>
            <a:off x="777240" y="1783080"/>
            <a:ext cx="914400" cy="548640"/>
          </a:xfrm>
          <a:prstGeom prst="rect">
            <a:avLst/>
          </a:prstGeom>
          <a:noFill/>
          <a:ln/>
        </p:spPr>
        <p:txBody>
          <a:bodyPr wrap="square" lIns="0" tIns="0" rIns="0" bIns="0" rtlCol="0" anchor="t"/>
          <a:lstStyle/>
          <a:p>
            <a:pPr marL="0" indent="0">
              <a:buNone/>
            </a:pPr>
            <a:r>
              <a:rPr lang="en-US" sz="3200" b="1" dirty="0">
                <a:solidFill>
                  <a:srgbClr val="C5DB7A"/>
                </a:solidFill>
                <a:latin typeface="Arial" pitchFamily="34" charset="0"/>
                <a:ea typeface="Arial" pitchFamily="34" charset="-122"/>
                <a:cs typeface="Arial" pitchFamily="34" charset="-120"/>
              </a:rPr>
              <a:t>1</a:t>
            </a:r>
            <a:endParaRPr lang="en-US" sz="3200" dirty="0"/>
          </a:p>
        </p:txBody>
      </p:sp>
      <p:sp>
        <p:nvSpPr>
          <p:cNvPr id="7" name="Text 4"/>
          <p:cNvSpPr txBox="1"/>
          <p:nvPr/>
        </p:nvSpPr>
        <p:spPr>
          <a:xfrm>
            <a:off x="777240" y="2468880"/>
            <a:ext cx="2194560" cy="365760"/>
          </a:xfrm>
          <a:prstGeom prst="rect">
            <a:avLst/>
          </a:prstGeom>
          <a:noFill/>
          <a:ln/>
        </p:spPr>
        <p:txBody>
          <a:bodyPr wrap="square" lIns="0" tIns="0" rIns="0" bIns="0" rtlCol="0" anchor="t"/>
          <a:lstStyle/>
          <a:p>
            <a:pPr marL="0" indent="0">
              <a:buNone/>
            </a:pPr>
            <a:r>
              <a:rPr lang="en-US" sz="2000" b="1" dirty="0">
                <a:solidFill>
                  <a:srgbClr val="FFFFFF"/>
                </a:solidFill>
                <a:latin typeface="Arial" pitchFamily="34" charset="0"/>
                <a:ea typeface="Arial" pitchFamily="34" charset="-122"/>
                <a:cs typeface="Arial" pitchFamily="34" charset="-120"/>
              </a:rPr>
              <a:t>Parameter</a:t>
            </a:r>
            <a:endParaRPr lang="en-US" sz="2000" dirty="0"/>
          </a:p>
        </p:txBody>
      </p:sp>
      <p:sp>
        <p:nvSpPr>
          <p:cNvPr id="8" name="Text 5"/>
          <p:cNvSpPr txBox="1"/>
          <p:nvPr/>
        </p:nvSpPr>
        <p:spPr>
          <a:xfrm>
            <a:off x="777240" y="2926080"/>
            <a:ext cx="2194560" cy="1188720"/>
          </a:xfrm>
          <a:prstGeom prst="rect">
            <a:avLst/>
          </a:prstGeom>
          <a:noFill/>
          <a:ln/>
        </p:spPr>
        <p:txBody>
          <a:bodyPr wrap="square" lIns="0" tIns="0" rIns="0" bIns="0" rtlCol="0" anchor="t"/>
          <a:lstStyle/>
          <a:p>
            <a:pPr marL="0" indent="0">
              <a:buNone/>
            </a:pPr>
            <a:r>
              <a:rPr lang="en-US" sz="1600" dirty="0">
                <a:solidFill>
                  <a:srgbClr val="C3C8CE"/>
                </a:solidFill>
                <a:latin typeface="Arial" pitchFamily="34" charset="0"/>
                <a:ea typeface="Arial" pitchFamily="34" charset="-122"/>
                <a:cs typeface="Arial" pitchFamily="34" charset="-120"/>
              </a:rPr>
              <a:t>loc 14 detik, scale 139,23 detik, hasil fit eksponensial</a:t>
            </a:r>
            <a:endParaRPr lang="en-US" sz="1600" dirty="0"/>
          </a:p>
        </p:txBody>
      </p:sp>
      <p:sp>
        <p:nvSpPr>
          <p:cNvPr id="9" name="Shape 6"/>
          <p:cNvSpPr/>
          <p:nvPr/>
        </p:nvSpPr>
        <p:spPr>
          <a:xfrm>
            <a:off x="3374136" y="1645920"/>
            <a:ext cx="2606040" cy="2560320"/>
          </a:xfrm>
          <a:prstGeom prst="rect">
            <a:avLst/>
          </a:prstGeom>
          <a:solidFill>
            <a:srgbClr val="2E353D"/>
          </a:solidFill>
          <a:ln/>
        </p:spPr>
      </p:sp>
      <p:sp>
        <p:nvSpPr>
          <p:cNvPr id="10" name="Text 7"/>
          <p:cNvSpPr txBox="1"/>
          <p:nvPr/>
        </p:nvSpPr>
        <p:spPr>
          <a:xfrm>
            <a:off x="3602736" y="1783080"/>
            <a:ext cx="914400" cy="548640"/>
          </a:xfrm>
          <a:prstGeom prst="rect">
            <a:avLst/>
          </a:prstGeom>
          <a:noFill/>
          <a:ln/>
        </p:spPr>
        <p:txBody>
          <a:bodyPr wrap="square" lIns="0" tIns="0" rIns="0" bIns="0" rtlCol="0" anchor="t"/>
          <a:lstStyle/>
          <a:p>
            <a:pPr marL="0" indent="0">
              <a:buNone/>
            </a:pPr>
            <a:r>
              <a:rPr lang="en-US" sz="3200" b="1" dirty="0">
                <a:solidFill>
                  <a:srgbClr val="F2B25E"/>
                </a:solidFill>
                <a:latin typeface="Arial" pitchFamily="34" charset="0"/>
                <a:ea typeface="Arial" pitchFamily="34" charset="-122"/>
                <a:cs typeface="Arial" pitchFamily="34" charset="-120"/>
              </a:rPr>
              <a:t>2</a:t>
            </a:r>
            <a:endParaRPr lang="en-US" sz="3200" dirty="0"/>
          </a:p>
        </p:txBody>
      </p:sp>
      <p:sp>
        <p:nvSpPr>
          <p:cNvPr id="11" name="Text 8"/>
          <p:cNvSpPr txBox="1"/>
          <p:nvPr/>
        </p:nvSpPr>
        <p:spPr>
          <a:xfrm>
            <a:off x="3602736" y="2468880"/>
            <a:ext cx="2194560" cy="365760"/>
          </a:xfrm>
          <a:prstGeom prst="rect">
            <a:avLst/>
          </a:prstGeom>
          <a:noFill/>
          <a:ln/>
        </p:spPr>
        <p:txBody>
          <a:bodyPr wrap="square" lIns="0" tIns="0" rIns="0" bIns="0" rtlCol="0" anchor="t"/>
          <a:lstStyle/>
          <a:p>
            <a:pPr marL="0" indent="0">
              <a:buNone/>
            </a:pPr>
            <a:r>
              <a:rPr lang="en-US" sz="2000" b="1" dirty="0">
                <a:solidFill>
                  <a:srgbClr val="FFFFFF"/>
                </a:solidFill>
                <a:latin typeface="Arial" pitchFamily="34" charset="0"/>
                <a:ea typeface="Arial" pitchFamily="34" charset="-122"/>
                <a:cs typeface="Arial" pitchFamily="34" charset="-120"/>
              </a:rPr>
              <a:t>Bangkitkan</a:t>
            </a:r>
            <a:endParaRPr lang="en-US" sz="2000" dirty="0"/>
          </a:p>
        </p:txBody>
      </p:sp>
      <p:sp>
        <p:nvSpPr>
          <p:cNvPr id="12" name="Text 9"/>
          <p:cNvSpPr txBox="1"/>
          <p:nvPr/>
        </p:nvSpPr>
        <p:spPr>
          <a:xfrm>
            <a:off x="3602736" y="2926080"/>
            <a:ext cx="2194560" cy="1188720"/>
          </a:xfrm>
          <a:prstGeom prst="rect">
            <a:avLst/>
          </a:prstGeom>
          <a:noFill/>
          <a:ln/>
        </p:spPr>
        <p:txBody>
          <a:bodyPr wrap="square" lIns="0" tIns="0" rIns="0" bIns="0" rtlCol="0" anchor="t"/>
          <a:lstStyle/>
          <a:p>
            <a:pPr marL="0" indent="0">
              <a:buNone/>
            </a:pPr>
            <a:r>
              <a:rPr lang="en-US" sz="1600" dirty="0">
                <a:solidFill>
                  <a:srgbClr val="C3C8CE"/>
                </a:solidFill>
                <a:latin typeface="Arial" pitchFamily="34" charset="0"/>
                <a:ea typeface="Arial" pitchFamily="34" charset="-122"/>
                <a:cs typeface="Arial" pitchFamily="34" charset="-120"/>
              </a:rPr>
              <a:t>1.000 kunjungan acak, seed 42</a:t>
            </a:r>
            <a:endParaRPr lang="en-US" sz="1600" dirty="0"/>
          </a:p>
        </p:txBody>
      </p:sp>
      <p:sp>
        <p:nvSpPr>
          <p:cNvPr id="13" name="Shape 10"/>
          <p:cNvSpPr/>
          <p:nvPr/>
        </p:nvSpPr>
        <p:spPr>
          <a:xfrm>
            <a:off x="6199632" y="1645920"/>
            <a:ext cx="2606040" cy="2560320"/>
          </a:xfrm>
          <a:prstGeom prst="rect">
            <a:avLst/>
          </a:prstGeom>
          <a:solidFill>
            <a:srgbClr val="2E353D"/>
          </a:solidFill>
          <a:ln/>
        </p:spPr>
      </p:sp>
      <p:sp>
        <p:nvSpPr>
          <p:cNvPr id="14" name="Text 11"/>
          <p:cNvSpPr txBox="1"/>
          <p:nvPr/>
        </p:nvSpPr>
        <p:spPr>
          <a:xfrm>
            <a:off x="6428232" y="1783080"/>
            <a:ext cx="914400" cy="548640"/>
          </a:xfrm>
          <a:prstGeom prst="rect">
            <a:avLst/>
          </a:prstGeom>
          <a:noFill/>
          <a:ln/>
        </p:spPr>
        <p:txBody>
          <a:bodyPr wrap="square" lIns="0" tIns="0" rIns="0" bIns="0" rtlCol="0" anchor="t"/>
          <a:lstStyle/>
          <a:p>
            <a:pPr marL="0" indent="0">
              <a:buNone/>
            </a:pPr>
            <a:r>
              <a:rPr lang="en-US" sz="3200" b="1" dirty="0">
                <a:solidFill>
                  <a:srgbClr val="C5DB7A"/>
                </a:solidFill>
                <a:latin typeface="Arial" pitchFamily="34" charset="0"/>
                <a:ea typeface="Arial" pitchFamily="34" charset="-122"/>
                <a:cs typeface="Arial" pitchFamily="34" charset="-120"/>
              </a:rPr>
              <a:t>3</a:t>
            </a:r>
            <a:endParaRPr lang="en-US" sz="3200" dirty="0"/>
          </a:p>
        </p:txBody>
      </p:sp>
      <p:sp>
        <p:nvSpPr>
          <p:cNvPr id="15" name="Text 12"/>
          <p:cNvSpPr txBox="1"/>
          <p:nvPr/>
        </p:nvSpPr>
        <p:spPr>
          <a:xfrm>
            <a:off x="6428232" y="2468880"/>
            <a:ext cx="2194560" cy="365760"/>
          </a:xfrm>
          <a:prstGeom prst="rect">
            <a:avLst/>
          </a:prstGeom>
          <a:noFill/>
          <a:ln/>
        </p:spPr>
        <p:txBody>
          <a:bodyPr wrap="square" lIns="0" tIns="0" rIns="0" bIns="0" rtlCol="0" anchor="t"/>
          <a:lstStyle/>
          <a:p>
            <a:pPr marL="0" indent="0">
              <a:buNone/>
            </a:pPr>
            <a:r>
              <a:rPr lang="en-US" sz="2000" b="1" dirty="0">
                <a:solidFill>
                  <a:srgbClr val="FFFFFF"/>
                </a:solidFill>
                <a:latin typeface="Arial" pitchFamily="34" charset="0"/>
                <a:ea typeface="Arial" pitchFamily="34" charset="-122"/>
                <a:cs typeface="Arial" pitchFamily="34" charset="-120"/>
              </a:rPr>
              <a:t>Hitung</a:t>
            </a:r>
            <a:endParaRPr lang="en-US" sz="2000" dirty="0"/>
          </a:p>
        </p:txBody>
      </p:sp>
      <p:sp>
        <p:nvSpPr>
          <p:cNvPr id="16" name="Text 13"/>
          <p:cNvSpPr txBox="1"/>
          <p:nvPr/>
        </p:nvSpPr>
        <p:spPr>
          <a:xfrm>
            <a:off x="6428232" y="2926080"/>
            <a:ext cx="2194560" cy="1188720"/>
          </a:xfrm>
          <a:prstGeom prst="rect">
            <a:avLst/>
          </a:prstGeom>
          <a:noFill/>
          <a:ln/>
        </p:spPr>
        <p:txBody>
          <a:bodyPr wrap="square" lIns="0" tIns="0" rIns="0" bIns="0" rtlCol="0" anchor="t"/>
          <a:lstStyle/>
          <a:p>
            <a:pPr marL="0" indent="0">
              <a:buNone/>
            </a:pPr>
            <a:r>
              <a:rPr lang="en-US" sz="1600" dirty="0">
                <a:solidFill>
                  <a:srgbClr val="C3C8CE"/>
                </a:solidFill>
                <a:latin typeface="Arial" pitchFamily="34" charset="0"/>
                <a:ea typeface="Arial" pitchFamily="34" charset="-122"/>
                <a:cs typeface="Arial" pitchFamily="34" charset="-120"/>
              </a:rPr>
              <a:t>Rata-rata, median, terlama, persen selesai ≤ 2, 3, 5 menit</a:t>
            </a:r>
            <a:endParaRPr lang="en-US" sz="1600" dirty="0"/>
          </a:p>
        </p:txBody>
      </p:sp>
      <p:sp>
        <p:nvSpPr>
          <p:cNvPr id="17" name="Shape 14"/>
          <p:cNvSpPr/>
          <p:nvPr/>
        </p:nvSpPr>
        <p:spPr>
          <a:xfrm>
            <a:off x="9025128" y="1645920"/>
            <a:ext cx="2606040" cy="2560320"/>
          </a:xfrm>
          <a:prstGeom prst="rect">
            <a:avLst/>
          </a:prstGeom>
          <a:solidFill>
            <a:srgbClr val="2E353D"/>
          </a:solidFill>
          <a:ln/>
        </p:spPr>
      </p:sp>
      <p:sp>
        <p:nvSpPr>
          <p:cNvPr id="18" name="Text 15"/>
          <p:cNvSpPr txBox="1"/>
          <p:nvPr/>
        </p:nvSpPr>
        <p:spPr>
          <a:xfrm>
            <a:off x="9253728" y="1783080"/>
            <a:ext cx="914400" cy="548640"/>
          </a:xfrm>
          <a:prstGeom prst="rect">
            <a:avLst/>
          </a:prstGeom>
          <a:noFill/>
          <a:ln/>
        </p:spPr>
        <p:txBody>
          <a:bodyPr wrap="square" lIns="0" tIns="0" rIns="0" bIns="0" rtlCol="0" anchor="t"/>
          <a:lstStyle/>
          <a:p>
            <a:pPr marL="0" indent="0">
              <a:buNone/>
            </a:pPr>
            <a:r>
              <a:rPr lang="en-US" sz="3200" b="1" dirty="0">
                <a:solidFill>
                  <a:srgbClr val="F2B25E"/>
                </a:solidFill>
                <a:latin typeface="Arial" pitchFamily="34" charset="0"/>
                <a:ea typeface="Arial" pitchFamily="34" charset="-122"/>
                <a:cs typeface="Arial" pitchFamily="34" charset="-120"/>
              </a:rPr>
              <a:t>4</a:t>
            </a:r>
            <a:endParaRPr lang="en-US" sz="3200" dirty="0"/>
          </a:p>
        </p:txBody>
      </p:sp>
      <p:sp>
        <p:nvSpPr>
          <p:cNvPr id="19" name="Text 16"/>
          <p:cNvSpPr txBox="1"/>
          <p:nvPr/>
        </p:nvSpPr>
        <p:spPr>
          <a:xfrm>
            <a:off x="9253728" y="2468880"/>
            <a:ext cx="2194560" cy="365760"/>
          </a:xfrm>
          <a:prstGeom prst="rect">
            <a:avLst/>
          </a:prstGeom>
          <a:noFill/>
          <a:ln/>
        </p:spPr>
        <p:txBody>
          <a:bodyPr wrap="square" lIns="0" tIns="0" rIns="0" bIns="0" rtlCol="0" anchor="t"/>
          <a:lstStyle/>
          <a:p>
            <a:pPr marL="0" indent="0">
              <a:buNone/>
            </a:pPr>
            <a:r>
              <a:rPr lang="en-US" sz="2000" b="1" dirty="0">
                <a:solidFill>
                  <a:srgbClr val="FFFFFF"/>
                </a:solidFill>
                <a:latin typeface="Arial" pitchFamily="34" charset="0"/>
                <a:ea typeface="Arial" pitchFamily="34" charset="-122"/>
                <a:cs typeface="Arial" pitchFamily="34" charset="-120"/>
              </a:rPr>
              <a:t>Bandingkan</a:t>
            </a:r>
            <a:endParaRPr lang="en-US" sz="2000" dirty="0"/>
          </a:p>
        </p:txBody>
      </p:sp>
      <p:sp>
        <p:nvSpPr>
          <p:cNvPr id="20" name="Text 17"/>
          <p:cNvSpPr txBox="1"/>
          <p:nvPr/>
        </p:nvSpPr>
        <p:spPr>
          <a:xfrm>
            <a:off x="9253728" y="2926080"/>
            <a:ext cx="2194560" cy="1188720"/>
          </a:xfrm>
          <a:prstGeom prst="rect">
            <a:avLst/>
          </a:prstGeom>
          <a:noFill/>
          <a:ln/>
        </p:spPr>
        <p:txBody>
          <a:bodyPr wrap="square" lIns="0" tIns="0" rIns="0" bIns="0" rtlCol="0" anchor="t"/>
          <a:lstStyle/>
          <a:p>
            <a:pPr marL="0" indent="0">
              <a:buNone/>
            </a:pPr>
            <a:r>
              <a:rPr lang="en-US" sz="1600" dirty="0">
                <a:solidFill>
                  <a:srgbClr val="C3C8CE"/>
                </a:solidFill>
                <a:latin typeface="Arial" pitchFamily="34" charset="0"/>
                <a:ea typeface="Arial" pitchFamily="34" charset="-122"/>
                <a:cs typeface="Arial" pitchFamily="34" charset="-120"/>
              </a:rPr>
              <a:t>Dengan 77 data asli</a:t>
            </a:r>
            <a:endParaRPr lang="en-US" sz="1600" dirty="0"/>
          </a:p>
        </p:txBody>
      </p:sp>
      <p:sp>
        <p:nvSpPr>
          <p:cNvPr id="21" name="Shape 18"/>
          <p:cNvSpPr/>
          <p:nvPr/>
        </p:nvSpPr>
        <p:spPr>
          <a:xfrm>
            <a:off x="548640" y="4572000"/>
            <a:ext cx="3593592" cy="822960"/>
          </a:xfrm>
          <a:prstGeom prst="rect">
            <a:avLst/>
          </a:prstGeom>
          <a:solidFill>
            <a:srgbClr val="6B8E23"/>
          </a:solidFill>
          <a:ln/>
        </p:spPr>
      </p:sp>
      <p:sp>
        <p:nvSpPr>
          <p:cNvPr id="22" name="Text 19"/>
          <p:cNvSpPr txBox="1"/>
          <p:nvPr/>
        </p:nvSpPr>
        <p:spPr>
          <a:xfrm>
            <a:off x="731520" y="4572000"/>
            <a:ext cx="3246120" cy="822960"/>
          </a:xfrm>
          <a:prstGeom prst="rect">
            <a:avLst/>
          </a:prstGeom>
          <a:noFill/>
          <a:ln/>
        </p:spPr>
        <p:txBody>
          <a:bodyPr wrap="square" lIns="0" tIns="0" rIns="0" bIns="0" rtlCol="0" anchor="ctr"/>
          <a:lstStyle/>
          <a:p>
            <a:pPr marL="0" indent="0">
              <a:buNone/>
            </a:pPr>
            <a:r>
              <a:rPr lang="en-US" sz="1600" b="1" dirty="0">
                <a:solidFill>
                  <a:srgbClr val="1F2328"/>
                </a:solidFill>
                <a:latin typeface="Arial" pitchFamily="34" charset="0"/>
                <a:ea typeface="Arial" pitchFamily="34" charset="-122"/>
                <a:cs typeface="Arial" pitchFamily="34" charset="-120"/>
              </a:rPr>
              <a:t>1 skenario, 1.000 kunjungan</a:t>
            </a:r>
            <a:endParaRPr lang="en-US" sz="1600" dirty="0"/>
          </a:p>
        </p:txBody>
      </p:sp>
      <p:sp>
        <p:nvSpPr>
          <p:cNvPr id="23" name="Shape 20"/>
          <p:cNvSpPr/>
          <p:nvPr/>
        </p:nvSpPr>
        <p:spPr>
          <a:xfrm>
            <a:off x="4297680" y="4572000"/>
            <a:ext cx="3593592" cy="822960"/>
          </a:xfrm>
          <a:prstGeom prst="rect">
            <a:avLst/>
          </a:prstGeom>
          <a:solidFill>
            <a:srgbClr val="6B8E23"/>
          </a:solidFill>
          <a:ln/>
        </p:spPr>
      </p:sp>
      <p:sp>
        <p:nvSpPr>
          <p:cNvPr id="24" name="Text 21"/>
          <p:cNvSpPr txBox="1"/>
          <p:nvPr/>
        </p:nvSpPr>
        <p:spPr>
          <a:xfrm>
            <a:off x="4480560" y="4572000"/>
            <a:ext cx="3246120" cy="822960"/>
          </a:xfrm>
          <a:prstGeom prst="rect">
            <a:avLst/>
          </a:prstGeom>
          <a:noFill/>
          <a:ln/>
        </p:spPr>
        <p:txBody>
          <a:bodyPr wrap="square" lIns="0" tIns="0" rIns="0" bIns="0" rtlCol="0" anchor="ctr"/>
          <a:lstStyle/>
          <a:p>
            <a:pPr marL="0" indent="0">
              <a:buNone/>
            </a:pPr>
            <a:r>
              <a:rPr lang="en-US" sz="1600" b="1" dirty="0">
                <a:solidFill>
                  <a:srgbClr val="1F2328"/>
                </a:solidFill>
                <a:latin typeface="Arial" pitchFamily="34" charset="0"/>
                <a:ea typeface="Arial" pitchFamily="34" charset="-122"/>
                <a:cs typeface="Arial" pitchFamily="34" charset="-120"/>
              </a:rPr>
              <a:t>Seed 42, hasil bisa diulang</a:t>
            </a:r>
            <a:endParaRPr lang="en-US" sz="1600" dirty="0"/>
          </a:p>
        </p:txBody>
      </p:sp>
      <p:sp>
        <p:nvSpPr>
          <p:cNvPr id="25" name="Shape 22"/>
          <p:cNvSpPr/>
          <p:nvPr/>
        </p:nvSpPr>
        <p:spPr>
          <a:xfrm>
            <a:off x="8046720" y="4572000"/>
            <a:ext cx="3593592" cy="822960"/>
          </a:xfrm>
          <a:prstGeom prst="rect">
            <a:avLst/>
          </a:prstGeom>
          <a:solidFill>
            <a:srgbClr val="6B8E23"/>
          </a:solidFill>
          <a:ln/>
        </p:spPr>
      </p:sp>
      <p:sp>
        <p:nvSpPr>
          <p:cNvPr id="26" name="Text 23"/>
          <p:cNvSpPr txBox="1"/>
          <p:nvPr/>
        </p:nvSpPr>
        <p:spPr>
          <a:xfrm>
            <a:off x="8229600" y="4572000"/>
            <a:ext cx="3246120" cy="822960"/>
          </a:xfrm>
          <a:prstGeom prst="rect">
            <a:avLst/>
          </a:prstGeom>
          <a:noFill/>
          <a:ln/>
        </p:spPr>
        <p:txBody>
          <a:bodyPr wrap="square" lIns="0" tIns="0" rIns="0" bIns="0" rtlCol="0" anchor="ctr"/>
          <a:lstStyle/>
          <a:p>
            <a:pPr marL="0" indent="0">
              <a:buNone/>
            </a:pPr>
            <a:r>
              <a:rPr lang="en-US" sz="1600" b="1" dirty="0">
                <a:solidFill>
                  <a:srgbClr val="1F2328"/>
                </a:solidFill>
                <a:latin typeface="Arial" pitchFamily="34" charset="0"/>
                <a:ea typeface="Arial" pitchFamily="34" charset="-122"/>
                <a:cs typeface="Arial" pitchFamily="34" charset="-120"/>
              </a:rPr>
              <a:t>Bukan DES: belum ada waktu kedatangan</a:t>
            </a:r>
            <a:endParaRPr lang="en-US" sz="1600" dirty="0"/>
          </a:p>
        </p:txBody>
      </p:sp>
      <p:sp>
        <p:nvSpPr>
          <p:cNvPr id="4" name="Slide Number Placeholder 0"/>
          <p:cNvSpPr>
            <a:spLocks noGrp="1"/>
          </p:cNvSpPr>
          <p:nvPr>
            <p:ph type="sldNum" sz="quarter" idx="4294967295"/>
          </p:nvPr>
        </p:nvSpPr>
        <p:spPr>
          <a:xfrm>
            <a:off x="10725912" y="274320"/>
            <a:ext cx="91440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200">
                <a:solidFill>
                  <a:srgbClr val="C3C8CE"/>
                </a:solidFill>
                <a:latin typeface="Arial"/>
                <a:ea typeface="Arial"/>
                <a:cs typeface="Arial"/>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t"/>
          <a:lstStyle/>
          <a:p>
            <a:pPr marL="0" indent="0">
              <a:buNone/>
            </a:pPr>
            <a:r>
              <a:rPr lang="en-US" sz="1200" b="1" kern="0" spc="300" dirty="0">
                <a:solidFill>
                  <a:srgbClr val="466018"/>
                </a:solidFill>
                <a:latin typeface="Arial" pitchFamily="34" charset="0"/>
                <a:ea typeface="Arial" pitchFamily="34" charset="-122"/>
                <a:cs typeface="Arial" pitchFamily="34" charset="-120"/>
              </a:rPr>
              <a:t>21  ·  SIMULASI</a:t>
            </a:r>
            <a:endParaRPr lang="en-US" sz="1200" dirty="0"/>
          </a:p>
        </p:txBody>
      </p:sp>
      <p:sp>
        <p:nvSpPr>
          <p:cNvPr id="3" name="Text 1"/>
          <p:cNvSpPr txBox="1"/>
          <p:nvPr/>
        </p:nvSpPr>
        <p:spPr>
          <a:xfrm>
            <a:off x="548640" y="640080"/>
            <a:ext cx="11064240" cy="777240"/>
          </a:xfrm>
          <a:prstGeom prst="rect">
            <a:avLst/>
          </a:prstGeom>
          <a:noFill/>
          <a:ln/>
        </p:spPr>
        <p:txBody>
          <a:bodyPr wrap="square" lIns="0" tIns="0" rIns="0" bIns="0" rtlCol="0" anchor="ctr"/>
          <a:lstStyle/>
          <a:p>
            <a:pPr marL="0" indent="0">
              <a:buNone/>
            </a:pPr>
            <a:r>
              <a:rPr lang="en-US" sz="3400" b="1" dirty="0">
                <a:solidFill>
                  <a:srgbClr val="1F2328"/>
                </a:solidFill>
                <a:latin typeface="Arial" pitchFamily="34" charset="0"/>
                <a:ea typeface="Arial" pitchFamily="34" charset="-122"/>
                <a:cs typeface="Arial" pitchFamily="34" charset="-120"/>
              </a:rPr>
              <a:t>Data tiruan berdekatan dengan data lapangan</a:t>
            </a:r>
            <a:endParaRPr lang="en-US" sz="3400" dirty="0"/>
          </a:p>
        </p:txBody>
      </p:sp>
      <p:graphicFrame>
        <p:nvGraphicFramePr>
          <p:cNvPr id="5" name="Chart 0"/>
          <p:cNvGraphicFramePr/>
          <p:nvPr/>
        </p:nvGraphicFramePr>
        <p:xfrm>
          <a:off x="548640" y="1463040"/>
          <a:ext cx="6309360" cy="438912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7132320" y="1554480"/>
          <a:ext cx="4507992" cy="914400"/>
        </p:xfrm>
        <a:graphic>
          <a:graphicData uri="http://schemas.openxmlformats.org/drawingml/2006/table">
            <a:tbl>
              <a:tblPr/>
              <a:tblGrid>
                <a:gridCol w="141732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627632">
                  <a:extLst>
                    <a:ext uri="{9D8B030D-6E8A-4147-A177-3AD203B41FA5}">
                      <a16:colId xmlns:a16="http://schemas.microsoft.com/office/drawing/2014/main" val="20002"/>
                    </a:ext>
                  </a:extLst>
                </a:gridCol>
              </a:tblGrid>
              <a:tr h="548640">
                <a:tc>
                  <a:txBody>
                    <a:bodyPr/>
                    <a:lstStyle/>
                    <a:p>
                      <a:pPr marL="0" indent="0">
                        <a:buNone/>
                      </a:pPr>
                      <a:r>
                        <a:rPr lang="en-US" sz="1600" b="1" dirty="0">
                          <a:solidFill>
                            <a:srgbClr val="FFFFFF"/>
                          </a:solidFill>
                          <a:latin typeface="Arial" pitchFamily="34" charset="0"/>
                          <a:ea typeface="Arial" pitchFamily="34" charset="-122"/>
                          <a:cs typeface="Arial" pitchFamily="34" charset="-120"/>
                        </a:rPr>
                        <a:t>Ukuran</a:t>
                      </a:r>
                      <a:endParaRPr lang="en-US" sz="1600" dirty="0">
                        <a:latin typeface="Arial" charset="0"/>
                        <a:ea typeface="Arial" charset="0"/>
                        <a:cs typeface="Arial" charset="0"/>
                      </a:endParaRPr>
                    </a:p>
                  </a:txBody>
                  <a:tcPr anchor="ctr">
                    <a:lnL w="9525" cap="flat" cmpd="sng" algn="ctr">
                      <a:solidFill>
                        <a:srgbClr val="C9D2D8"/>
                      </a:solidFill>
                      <a:prstDash val="solid"/>
                      <a:round/>
                      <a:headEnd type="none" w="med" len="med"/>
                      <a:tailEnd type="none" w="med" len="med"/>
                    </a:lnL>
                    <a:lnR w="9525" cap="flat" cmpd="sng" algn="ctr">
                      <a:solidFill>
                        <a:srgbClr val="C9D2D8"/>
                      </a:solidFill>
                      <a:prstDash val="solid"/>
                      <a:round/>
                      <a:headEnd type="none" w="med" len="med"/>
                      <a:tailEnd type="none" w="med" len="med"/>
                    </a:lnR>
                    <a:lnT w="9525" cap="flat" cmpd="sng" algn="ctr">
                      <a:solidFill>
                        <a:srgbClr val="C9D2D8"/>
                      </a:solidFill>
                      <a:prstDash val="solid"/>
                      <a:round/>
                      <a:headEnd type="none" w="med" len="med"/>
                      <a:tailEnd type="none" w="med" len="med"/>
                    </a:lnT>
                    <a:lnB w="9525" cap="flat" cmpd="sng" algn="ctr">
                      <a:solidFill>
                        <a:srgbClr val="C9D2D8"/>
                      </a:solidFill>
                      <a:prstDash val="solid"/>
                      <a:round/>
                      <a:headEnd type="none" w="med" len="med"/>
                      <a:tailEnd type="none" w="med" len="med"/>
                    </a:lnB>
                    <a:solidFill>
                      <a:srgbClr val="1F2328"/>
                    </a:solidFill>
                  </a:tcPr>
                </a:tc>
                <a:tc>
                  <a:txBody>
                    <a:bodyPr/>
                    <a:lstStyle/>
                    <a:p>
                      <a:pPr marL="0" indent="0">
                        <a:buNone/>
                      </a:pPr>
                      <a:r>
                        <a:rPr lang="en-US" sz="1600" b="1" dirty="0">
                          <a:solidFill>
                            <a:srgbClr val="FFFFFF"/>
                          </a:solidFill>
                          <a:latin typeface="Arial" pitchFamily="34" charset="0"/>
                          <a:ea typeface="Arial" pitchFamily="34" charset="-122"/>
                          <a:cs typeface="Arial" pitchFamily="34" charset="-120"/>
                        </a:rPr>
                        <a:t>Data asli (77)</a:t>
                      </a:r>
                      <a:endParaRPr lang="en-US" sz="1600" dirty="0">
                        <a:latin typeface="Arial" charset="0"/>
                        <a:ea typeface="Arial" charset="0"/>
                        <a:cs typeface="Arial" charset="0"/>
                      </a:endParaRPr>
                    </a:p>
                  </a:txBody>
                  <a:tcPr anchor="ctr">
                    <a:lnL w="9525" cap="flat" cmpd="sng" algn="ctr">
                      <a:solidFill>
                        <a:srgbClr val="C9D2D8"/>
                      </a:solidFill>
                      <a:prstDash val="solid"/>
                      <a:round/>
                      <a:headEnd type="none" w="med" len="med"/>
                      <a:tailEnd type="none" w="med" len="med"/>
                    </a:lnL>
                    <a:lnR w="9525" cap="flat" cmpd="sng" algn="ctr">
                      <a:solidFill>
                        <a:srgbClr val="C9D2D8"/>
                      </a:solidFill>
                      <a:prstDash val="solid"/>
                      <a:round/>
                      <a:headEnd type="none" w="med" len="med"/>
                      <a:tailEnd type="none" w="med" len="med"/>
                    </a:lnR>
                    <a:lnT w="9525" cap="flat" cmpd="sng" algn="ctr">
                      <a:solidFill>
                        <a:srgbClr val="C9D2D8"/>
                      </a:solidFill>
                      <a:prstDash val="solid"/>
                      <a:round/>
                      <a:headEnd type="none" w="med" len="med"/>
                      <a:tailEnd type="none" w="med" len="med"/>
                    </a:lnT>
                    <a:lnB w="9525" cap="flat" cmpd="sng" algn="ctr">
                      <a:solidFill>
                        <a:srgbClr val="C9D2D8"/>
                      </a:solidFill>
                      <a:prstDash val="solid"/>
                      <a:round/>
                      <a:headEnd type="none" w="med" len="med"/>
                      <a:tailEnd type="none" w="med" len="med"/>
                    </a:lnB>
                    <a:solidFill>
                      <a:srgbClr val="1F2328"/>
                    </a:solidFill>
                  </a:tcPr>
                </a:tc>
                <a:tc>
                  <a:txBody>
                    <a:bodyPr/>
                    <a:lstStyle/>
                    <a:p>
                      <a:pPr marL="0" indent="0">
                        <a:buNone/>
                      </a:pPr>
                      <a:r>
                        <a:rPr lang="en-US" sz="1600" b="1" dirty="0">
                          <a:solidFill>
                            <a:srgbClr val="FFFFFF"/>
                          </a:solidFill>
                          <a:latin typeface="Arial" pitchFamily="34" charset="0"/>
                          <a:ea typeface="Arial" pitchFamily="34" charset="-122"/>
                          <a:cs typeface="Arial" pitchFamily="34" charset="-120"/>
                        </a:rPr>
                        <a:t>Simulasi (1.000)</a:t>
                      </a:r>
                      <a:endParaRPr lang="en-US" sz="1600" dirty="0">
                        <a:latin typeface="Arial" charset="0"/>
                        <a:ea typeface="Arial" charset="0"/>
                        <a:cs typeface="Arial" charset="0"/>
                      </a:endParaRPr>
                    </a:p>
                  </a:txBody>
                  <a:tcPr anchor="ctr">
                    <a:lnL w="9525" cap="flat" cmpd="sng" algn="ctr">
                      <a:solidFill>
                        <a:srgbClr val="C9D2D8"/>
                      </a:solidFill>
                      <a:prstDash val="solid"/>
                      <a:round/>
                      <a:headEnd type="none" w="med" len="med"/>
                      <a:tailEnd type="none" w="med" len="med"/>
                    </a:lnL>
                    <a:lnR w="9525" cap="flat" cmpd="sng" algn="ctr">
                      <a:solidFill>
                        <a:srgbClr val="C9D2D8"/>
                      </a:solidFill>
                      <a:prstDash val="solid"/>
                      <a:round/>
                      <a:headEnd type="none" w="med" len="med"/>
                      <a:tailEnd type="none" w="med" len="med"/>
                    </a:lnR>
                    <a:lnT w="9525" cap="flat" cmpd="sng" algn="ctr">
                      <a:solidFill>
                        <a:srgbClr val="C9D2D8"/>
                      </a:solidFill>
                      <a:prstDash val="solid"/>
                      <a:round/>
                      <a:headEnd type="none" w="med" len="med"/>
                      <a:tailEnd type="none" w="med" len="med"/>
                    </a:lnT>
                    <a:lnB w="9525" cap="flat" cmpd="sng" algn="ctr">
                      <a:solidFill>
                        <a:srgbClr val="C9D2D8"/>
                      </a:solidFill>
                      <a:prstDash val="solid"/>
                      <a:round/>
                      <a:headEnd type="none" w="med" len="med"/>
                      <a:tailEnd type="none" w="med" len="med"/>
                    </a:lnB>
                    <a:solidFill>
                      <a:srgbClr val="1F2328"/>
                    </a:solidFill>
                  </a:tcPr>
                </a:tc>
                <a:extLst>
                  <a:ext uri="{0D108BD9-81ED-4DB2-BD59-A6C34878D82A}">
                    <a16:rowId xmlns:a16="http://schemas.microsoft.com/office/drawing/2014/main" val="10000"/>
                  </a:ext>
                </a:extLst>
              </a:tr>
              <a:tr h="548640">
                <a:tc>
                  <a:txBody>
                    <a:bodyPr/>
                    <a:lstStyle/>
                    <a:p>
                      <a:pPr marL="0" indent="0">
                        <a:buNone/>
                      </a:pPr>
                      <a:r>
                        <a:rPr lang="en-US" sz="1600" dirty="0">
                          <a:solidFill>
                            <a:srgbClr val="1F2328"/>
                          </a:solidFill>
                          <a:latin typeface="Arial" pitchFamily="34" charset="0"/>
                          <a:ea typeface="Arial" pitchFamily="34" charset="-122"/>
                          <a:cs typeface="Arial" pitchFamily="34" charset="-120"/>
                        </a:rPr>
                        <a:t>Rata-rata</a:t>
                      </a:r>
                      <a:endParaRPr lang="en-US" sz="1600" dirty="0">
                        <a:latin typeface="Arial" charset="0"/>
                        <a:ea typeface="Arial" charset="0"/>
                        <a:cs typeface="Arial" charset="0"/>
                      </a:endParaRPr>
                    </a:p>
                  </a:txBody>
                  <a:tcPr anchor="ctr">
                    <a:lnL w="9525" cap="flat" cmpd="sng" algn="ctr">
                      <a:solidFill>
                        <a:srgbClr val="C9D2D8"/>
                      </a:solidFill>
                      <a:prstDash val="solid"/>
                      <a:round/>
                      <a:headEnd type="none" w="med" len="med"/>
                      <a:tailEnd type="none" w="med" len="med"/>
                    </a:lnL>
                    <a:lnR w="9525" cap="flat" cmpd="sng" algn="ctr">
                      <a:solidFill>
                        <a:srgbClr val="C9D2D8"/>
                      </a:solidFill>
                      <a:prstDash val="solid"/>
                      <a:round/>
                      <a:headEnd type="none" w="med" len="med"/>
                      <a:tailEnd type="none" w="med" len="med"/>
                    </a:lnR>
                    <a:lnT w="9525" cap="flat" cmpd="sng" algn="ctr">
                      <a:solidFill>
                        <a:srgbClr val="C9D2D8"/>
                      </a:solidFill>
                      <a:prstDash val="solid"/>
                      <a:round/>
                      <a:headEnd type="none" w="med" len="med"/>
                      <a:tailEnd type="none" w="med" len="med"/>
                    </a:lnT>
                    <a:lnB w="9525" cap="flat" cmpd="sng" algn="ctr">
                      <a:solidFill>
                        <a:srgbClr val="C9D2D8"/>
                      </a:solidFill>
                      <a:prstDash val="solid"/>
                      <a:round/>
                      <a:headEnd type="none" w="med" len="med"/>
                      <a:tailEnd type="none" w="med" len="med"/>
                    </a:lnB>
                  </a:tcPr>
                </a:tc>
                <a:tc>
                  <a:txBody>
                    <a:bodyPr/>
                    <a:lstStyle/>
                    <a:p>
                      <a:pPr marL="0" indent="0">
                        <a:buNone/>
                      </a:pPr>
                      <a:r>
                        <a:rPr lang="en-US" sz="1600" dirty="0">
                          <a:solidFill>
                            <a:srgbClr val="1F2328"/>
                          </a:solidFill>
                          <a:latin typeface="Arial" pitchFamily="34" charset="0"/>
                          <a:ea typeface="Arial" pitchFamily="34" charset="-122"/>
                          <a:cs typeface="Arial" pitchFamily="34" charset="-120"/>
                        </a:rPr>
                        <a:t>2:33</a:t>
                      </a:r>
                      <a:endParaRPr lang="en-US" sz="1600" dirty="0">
                        <a:latin typeface="Arial" charset="0"/>
                        <a:ea typeface="Arial" charset="0"/>
                        <a:cs typeface="Arial" charset="0"/>
                      </a:endParaRPr>
                    </a:p>
                  </a:txBody>
                  <a:tcPr anchor="ctr">
                    <a:lnL w="9525" cap="flat" cmpd="sng" algn="ctr">
                      <a:solidFill>
                        <a:srgbClr val="C9D2D8"/>
                      </a:solidFill>
                      <a:prstDash val="solid"/>
                      <a:round/>
                      <a:headEnd type="none" w="med" len="med"/>
                      <a:tailEnd type="none" w="med" len="med"/>
                    </a:lnL>
                    <a:lnR w="9525" cap="flat" cmpd="sng" algn="ctr">
                      <a:solidFill>
                        <a:srgbClr val="C9D2D8"/>
                      </a:solidFill>
                      <a:prstDash val="solid"/>
                      <a:round/>
                      <a:headEnd type="none" w="med" len="med"/>
                      <a:tailEnd type="none" w="med" len="med"/>
                    </a:lnR>
                    <a:lnT w="9525" cap="flat" cmpd="sng" algn="ctr">
                      <a:solidFill>
                        <a:srgbClr val="C9D2D8"/>
                      </a:solidFill>
                      <a:prstDash val="solid"/>
                      <a:round/>
                      <a:headEnd type="none" w="med" len="med"/>
                      <a:tailEnd type="none" w="med" len="med"/>
                    </a:lnT>
                    <a:lnB w="9525" cap="flat" cmpd="sng" algn="ctr">
                      <a:solidFill>
                        <a:srgbClr val="C9D2D8"/>
                      </a:solidFill>
                      <a:prstDash val="solid"/>
                      <a:round/>
                      <a:headEnd type="none" w="med" len="med"/>
                      <a:tailEnd type="none" w="med" len="med"/>
                    </a:lnB>
                  </a:tcPr>
                </a:tc>
                <a:tc>
                  <a:txBody>
                    <a:bodyPr/>
                    <a:lstStyle/>
                    <a:p>
                      <a:pPr marL="0" indent="0">
                        <a:buNone/>
                      </a:pPr>
                      <a:r>
                        <a:rPr lang="en-US" sz="1600" dirty="0">
                          <a:solidFill>
                            <a:srgbClr val="1F2328"/>
                          </a:solidFill>
                          <a:latin typeface="Arial" pitchFamily="34" charset="0"/>
                          <a:ea typeface="Arial" pitchFamily="34" charset="-122"/>
                          <a:cs typeface="Arial" pitchFamily="34" charset="-120"/>
                        </a:rPr>
                        <a:t>2:29</a:t>
                      </a:r>
                      <a:endParaRPr lang="en-US" sz="1600" dirty="0">
                        <a:latin typeface="Arial" charset="0"/>
                        <a:ea typeface="Arial" charset="0"/>
                        <a:cs typeface="Arial" charset="0"/>
                      </a:endParaRPr>
                    </a:p>
                  </a:txBody>
                  <a:tcPr anchor="ctr">
                    <a:lnL w="9525" cap="flat" cmpd="sng" algn="ctr">
                      <a:solidFill>
                        <a:srgbClr val="C9D2D8"/>
                      </a:solidFill>
                      <a:prstDash val="solid"/>
                      <a:round/>
                      <a:headEnd type="none" w="med" len="med"/>
                      <a:tailEnd type="none" w="med" len="med"/>
                    </a:lnL>
                    <a:lnR w="9525" cap="flat" cmpd="sng" algn="ctr">
                      <a:solidFill>
                        <a:srgbClr val="C9D2D8"/>
                      </a:solidFill>
                      <a:prstDash val="solid"/>
                      <a:round/>
                      <a:headEnd type="none" w="med" len="med"/>
                      <a:tailEnd type="none" w="med" len="med"/>
                    </a:lnR>
                    <a:lnT w="9525" cap="flat" cmpd="sng" algn="ctr">
                      <a:solidFill>
                        <a:srgbClr val="C9D2D8"/>
                      </a:solidFill>
                      <a:prstDash val="solid"/>
                      <a:round/>
                      <a:headEnd type="none" w="med" len="med"/>
                      <a:tailEnd type="none" w="med" len="med"/>
                    </a:lnT>
                    <a:lnB w="9525" cap="flat" cmpd="sng" algn="ctr">
                      <a:solidFill>
                        <a:srgbClr val="C9D2D8"/>
                      </a:solidFill>
                      <a:prstDash val="solid"/>
                      <a:round/>
                      <a:headEnd type="none" w="med" len="med"/>
                      <a:tailEnd type="none" w="med" len="med"/>
                    </a:lnB>
                  </a:tcPr>
                </a:tc>
                <a:extLst>
                  <a:ext uri="{0D108BD9-81ED-4DB2-BD59-A6C34878D82A}">
                    <a16:rowId xmlns:a16="http://schemas.microsoft.com/office/drawing/2014/main" val="10001"/>
                  </a:ext>
                </a:extLst>
              </a:tr>
              <a:tr h="548640">
                <a:tc>
                  <a:txBody>
                    <a:bodyPr/>
                    <a:lstStyle/>
                    <a:p>
                      <a:pPr marL="0" indent="0">
                        <a:buNone/>
                      </a:pPr>
                      <a:r>
                        <a:rPr lang="en-US" sz="1600" dirty="0">
                          <a:solidFill>
                            <a:srgbClr val="1F2328"/>
                          </a:solidFill>
                          <a:latin typeface="Arial" pitchFamily="34" charset="0"/>
                          <a:ea typeface="Arial" pitchFamily="34" charset="-122"/>
                          <a:cs typeface="Arial" pitchFamily="34" charset="-120"/>
                        </a:rPr>
                        <a:t>Median</a:t>
                      </a:r>
                      <a:endParaRPr lang="en-US" sz="1600" dirty="0">
                        <a:latin typeface="Arial" charset="0"/>
                        <a:ea typeface="Arial" charset="0"/>
                        <a:cs typeface="Arial" charset="0"/>
                      </a:endParaRPr>
                    </a:p>
                  </a:txBody>
                  <a:tcPr anchor="ctr">
                    <a:lnL w="9525" cap="flat" cmpd="sng" algn="ctr">
                      <a:solidFill>
                        <a:srgbClr val="C9D2D8"/>
                      </a:solidFill>
                      <a:prstDash val="solid"/>
                      <a:round/>
                      <a:headEnd type="none" w="med" len="med"/>
                      <a:tailEnd type="none" w="med" len="med"/>
                    </a:lnL>
                    <a:lnR w="9525" cap="flat" cmpd="sng" algn="ctr">
                      <a:solidFill>
                        <a:srgbClr val="C9D2D8"/>
                      </a:solidFill>
                      <a:prstDash val="solid"/>
                      <a:round/>
                      <a:headEnd type="none" w="med" len="med"/>
                      <a:tailEnd type="none" w="med" len="med"/>
                    </a:lnR>
                    <a:lnT w="9525" cap="flat" cmpd="sng" algn="ctr">
                      <a:solidFill>
                        <a:srgbClr val="C9D2D8"/>
                      </a:solidFill>
                      <a:prstDash val="solid"/>
                      <a:round/>
                      <a:headEnd type="none" w="med" len="med"/>
                      <a:tailEnd type="none" w="med" len="med"/>
                    </a:lnT>
                    <a:lnB w="9525" cap="flat" cmpd="sng" algn="ctr">
                      <a:solidFill>
                        <a:srgbClr val="C9D2D8"/>
                      </a:solidFill>
                      <a:prstDash val="solid"/>
                      <a:round/>
                      <a:headEnd type="none" w="med" len="med"/>
                      <a:tailEnd type="none" w="med" len="med"/>
                    </a:lnB>
                  </a:tcPr>
                </a:tc>
                <a:tc>
                  <a:txBody>
                    <a:bodyPr/>
                    <a:lstStyle/>
                    <a:p>
                      <a:pPr marL="0" indent="0">
                        <a:buNone/>
                      </a:pPr>
                      <a:r>
                        <a:rPr lang="en-US" sz="1600" dirty="0">
                          <a:solidFill>
                            <a:srgbClr val="1F2328"/>
                          </a:solidFill>
                          <a:latin typeface="Arial" pitchFamily="34" charset="0"/>
                          <a:ea typeface="Arial" pitchFamily="34" charset="-122"/>
                          <a:cs typeface="Arial" pitchFamily="34" charset="-120"/>
                        </a:rPr>
                        <a:t>1:47</a:t>
                      </a:r>
                      <a:endParaRPr lang="en-US" sz="1600" dirty="0">
                        <a:latin typeface="Arial" charset="0"/>
                        <a:ea typeface="Arial" charset="0"/>
                        <a:cs typeface="Arial" charset="0"/>
                      </a:endParaRPr>
                    </a:p>
                  </a:txBody>
                  <a:tcPr anchor="ctr">
                    <a:lnL w="9525" cap="flat" cmpd="sng" algn="ctr">
                      <a:solidFill>
                        <a:srgbClr val="C9D2D8"/>
                      </a:solidFill>
                      <a:prstDash val="solid"/>
                      <a:round/>
                      <a:headEnd type="none" w="med" len="med"/>
                      <a:tailEnd type="none" w="med" len="med"/>
                    </a:lnL>
                    <a:lnR w="9525" cap="flat" cmpd="sng" algn="ctr">
                      <a:solidFill>
                        <a:srgbClr val="C9D2D8"/>
                      </a:solidFill>
                      <a:prstDash val="solid"/>
                      <a:round/>
                      <a:headEnd type="none" w="med" len="med"/>
                      <a:tailEnd type="none" w="med" len="med"/>
                    </a:lnR>
                    <a:lnT w="9525" cap="flat" cmpd="sng" algn="ctr">
                      <a:solidFill>
                        <a:srgbClr val="C9D2D8"/>
                      </a:solidFill>
                      <a:prstDash val="solid"/>
                      <a:round/>
                      <a:headEnd type="none" w="med" len="med"/>
                      <a:tailEnd type="none" w="med" len="med"/>
                    </a:lnT>
                    <a:lnB w="9525" cap="flat" cmpd="sng" algn="ctr">
                      <a:solidFill>
                        <a:srgbClr val="C9D2D8"/>
                      </a:solidFill>
                      <a:prstDash val="solid"/>
                      <a:round/>
                      <a:headEnd type="none" w="med" len="med"/>
                      <a:tailEnd type="none" w="med" len="med"/>
                    </a:lnB>
                  </a:tcPr>
                </a:tc>
                <a:tc>
                  <a:txBody>
                    <a:bodyPr/>
                    <a:lstStyle/>
                    <a:p>
                      <a:pPr marL="0" indent="0">
                        <a:buNone/>
                      </a:pPr>
                      <a:r>
                        <a:rPr lang="en-US" sz="1600" dirty="0">
                          <a:solidFill>
                            <a:srgbClr val="1F2328"/>
                          </a:solidFill>
                          <a:latin typeface="Arial" pitchFamily="34" charset="0"/>
                          <a:ea typeface="Arial" pitchFamily="34" charset="-122"/>
                          <a:cs typeface="Arial" pitchFamily="34" charset="-120"/>
                        </a:rPr>
                        <a:t>1:50</a:t>
                      </a:r>
                      <a:endParaRPr lang="en-US" sz="1600" dirty="0">
                        <a:latin typeface="Arial" charset="0"/>
                        <a:ea typeface="Arial" charset="0"/>
                        <a:cs typeface="Arial" charset="0"/>
                      </a:endParaRPr>
                    </a:p>
                  </a:txBody>
                  <a:tcPr anchor="ctr">
                    <a:lnL w="9525" cap="flat" cmpd="sng" algn="ctr">
                      <a:solidFill>
                        <a:srgbClr val="C9D2D8"/>
                      </a:solidFill>
                      <a:prstDash val="solid"/>
                      <a:round/>
                      <a:headEnd type="none" w="med" len="med"/>
                      <a:tailEnd type="none" w="med" len="med"/>
                    </a:lnL>
                    <a:lnR w="9525" cap="flat" cmpd="sng" algn="ctr">
                      <a:solidFill>
                        <a:srgbClr val="C9D2D8"/>
                      </a:solidFill>
                      <a:prstDash val="solid"/>
                      <a:round/>
                      <a:headEnd type="none" w="med" len="med"/>
                      <a:tailEnd type="none" w="med" len="med"/>
                    </a:lnR>
                    <a:lnT w="9525" cap="flat" cmpd="sng" algn="ctr">
                      <a:solidFill>
                        <a:srgbClr val="C9D2D8"/>
                      </a:solidFill>
                      <a:prstDash val="solid"/>
                      <a:round/>
                      <a:headEnd type="none" w="med" len="med"/>
                      <a:tailEnd type="none" w="med" len="med"/>
                    </a:lnT>
                    <a:lnB w="9525" cap="flat" cmpd="sng" algn="ctr">
                      <a:solidFill>
                        <a:srgbClr val="C9D2D8"/>
                      </a:solidFill>
                      <a:prstDash val="solid"/>
                      <a:round/>
                      <a:headEnd type="none" w="med" len="med"/>
                      <a:tailEnd type="none" w="med" len="med"/>
                    </a:lnB>
                  </a:tcPr>
                </a:tc>
                <a:extLst>
                  <a:ext uri="{0D108BD9-81ED-4DB2-BD59-A6C34878D82A}">
                    <a16:rowId xmlns:a16="http://schemas.microsoft.com/office/drawing/2014/main" val="10002"/>
                  </a:ext>
                </a:extLst>
              </a:tr>
              <a:tr h="548640">
                <a:tc>
                  <a:txBody>
                    <a:bodyPr/>
                    <a:lstStyle/>
                    <a:p>
                      <a:pPr marL="0" indent="0">
                        <a:buNone/>
                      </a:pPr>
                      <a:r>
                        <a:rPr lang="en-US" sz="1600" dirty="0">
                          <a:solidFill>
                            <a:srgbClr val="1F2328"/>
                          </a:solidFill>
                          <a:latin typeface="Arial" pitchFamily="34" charset="0"/>
                          <a:ea typeface="Arial" pitchFamily="34" charset="-122"/>
                          <a:cs typeface="Arial" pitchFamily="34" charset="-120"/>
                        </a:rPr>
                        <a:t>Tercepat</a:t>
                      </a:r>
                      <a:endParaRPr lang="en-US" sz="1600" dirty="0">
                        <a:latin typeface="Arial" charset="0"/>
                        <a:ea typeface="Arial" charset="0"/>
                        <a:cs typeface="Arial" charset="0"/>
                      </a:endParaRPr>
                    </a:p>
                  </a:txBody>
                  <a:tcPr anchor="ctr">
                    <a:lnL w="9525" cap="flat" cmpd="sng" algn="ctr">
                      <a:solidFill>
                        <a:srgbClr val="C9D2D8"/>
                      </a:solidFill>
                      <a:prstDash val="solid"/>
                      <a:round/>
                      <a:headEnd type="none" w="med" len="med"/>
                      <a:tailEnd type="none" w="med" len="med"/>
                    </a:lnL>
                    <a:lnR w="9525" cap="flat" cmpd="sng" algn="ctr">
                      <a:solidFill>
                        <a:srgbClr val="C9D2D8"/>
                      </a:solidFill>
                      <a:prstDash val="solid"/>
                      <a:round/>
                      <a:headEnd type="none" w="med" len="med"/>
                      <a:tailEnd type="none" w="med" len="med"/>
                    </a:lnR>
                    <a:lnT w="9525" cap="flat" cmpd="sng" algn="ctr">
                      <a:solidFill>
                        <a:srgbClr val="C9D2D8"/>
                      </a:solidFill>
                      <a:prstDash val="solid"/>
                      <a:round/>
                      <a:headEnd type="none" w="med" len="med"/>
                      <a:tailEnd type="none" w="med" len="med"/>
                    </a:lnT>
                    <a:lnB w="9525" cap="flat" cmpd="sng" algn="ctr">
                      <a:solidFill>
                        <a:srgbClr val="C9D2D8"/>
                      </a:solidFill>
                      <a:prstDash val="solid"/>
                      <a:round/>
                      <a:headEnd type="none" w="med" len="med"/>
                      <a:tailEnd type="none" w="med" len="med"/>
                    </a:lnB>
                  </a:tcPr>
                </a:tc>
                <a:tc>
                  <a:txBody>
                    <a:bodyPr/>
                    <a:lstStyle/>
                    <a:p>
                      <a:pPr marL="0" indent="0">
                        <a:buNone/>
                      </a:pPr>
                      <a:r>
                        <a:rPr lang="en-US" sz="1600" dirty="0">
                          <a:solidFill>
                            <a:srgbClr val="1F2328"/>
                          </a:solidFill>
                          <a:latin typeface="Arial" pitchFamily="34" charset="0"/>
                          <a:ea typeface="Arial" pitchFamily="34" charset="-122"/>
                          <a:cs typeface="Arial" pitchFamily="34" charset="-120"/>
                        </a:rPr>
                        <a:t>14 detik</a:t>
                      </a:r>
                      <a:endParaRPr lang="en-US" sz="1600" dirty="0">
                        <a:latin typeface="Arial" charset="0"/>
                        <a:ea typeface="Arial" charset="0"/>
                        <a:cs typeface="Arial" charset="0"/>
                      </a:endParaRPr>
                    </a:p>
                  </a:txBody>
                  <a:tcPr anchor="ctr">
                    <a:lnL w="9525" cap="flat" cmpd="sng" algn="ctr">
                      <a:solidFill>
                        <a:srgbClr val="C9D2D8"/>
                      </a:solidFill>
                      <a:prstDash val="solid"/>
                      <a:round/>
                      <a:headEnd type="none" w="med" len="med"/>
                      <a:tailEnd type="none" w="med" len="med"/>
                    </a:lnL>
                    <a:lnR w="9525" cap="flat" cmpd="sng" algn="ctr">
                      <a:solidFill>
                        <a:srgbClr val="C9D2D8"/>
                      </a:solidFill>
                      <a:prstDash val="solid"/>
                      <a:round/>
                      <a:headEnd type="none" w="med" len="med"/>
                      <a:tailEnd type="none" w="med" len="med"/>
                    </a:lnR>
                    <a:lnT w="9525" cap="flat" cmpd="sng" algn="ctr">
                      <a:solidFill>
                        <a:srgbClr val="C9D2D8"/>
                      </a:solidFill>
                      <a:prstDash val="solid"/>
                      <a:round/>
                      <a:headEnd type="none" w="med" len="med"/>
                      <a:tailEnd type="none" w="med" len="med"/>
                    </a:lnT>
                    <a:lnB w="9525" cap="flat" cmpd="sng" algn="ctr">
                      <a:solidFill>
                        <a:srgbClr val="C9D2D8"/>
                      </a:solidFill>
                      <a:prstDash val="solid"/>
                      <a:round/>
                      <a:headEnd type="none" w="med" len="med"/>
                      <a:tailEnd type="none" w="med" len="med"/>
                    </a:lnB>
                  </a:tcPr>
                </a:tc>
                <a:tc>
                  <a:txBody>
                    <a:bodyPr/>
                    <a:lstStyle/>
                    <a:p>
                      <a:pPr marL="0" indent="0">
                        <a:buNone/>
                      </a:pPr>
                      <a:r>
                        <a:rPr lang="en-US" sz="1600" dirty="0">
                          <a:solidFill>
                            <a:srgbClr val="1F2328"/>
                          </a:solidFill>
                          <a:latin typeface="Arial" pitchFamily="34" charset="0"/>
                          <a:ea typeface="Arial" pitchFamily="34" charset="-122"/>
                          <a:cs typeface="Arial" pitchFamily="34" charset="-120"/>
                        </a:rPr>
                        <a:t>14,6 detik</a:t>
                      </a:r>
                      <a:endParaRPr lang="en-US" sz="1600" dirty="0">
                        <a:latin typeface="Arial" charset="0"/>
                        <a:ea typeface="Arial" charset="0"/>
                        <a:cs typeface="Arial" charset="0"/>
                      </a:endParaRPr>
                    </a:p>
                  </a:txBody>
                  <a:tcPr anchor="ctr">
                    <a:lnL w="9525" cap="flat" cmpd="sng" algn="ctr">
                      <a:solidFill>
                        <a:srgbClr val="C9D2D8"/>
                      </a:solidFill>
                      <a:prstDash val="solid"/>
                      <a:round/>
                      <a:headEnd type="none" w="med" len="med"/>
                      <a:tailEnd type="none" w="med" len="med"/>
                    </a:lnL>
                    <a:lnR w="9525" cap="flat" cmpd="sng" algn="ctr">
                      <a:solidFill>
                        <a:srgbClr val="C9D2D8"/>
                      </a:solidFill>
                      <a:prstDash val="solid"/>
                      <a:round/>
                      <a:headEnd type="none" w="med" len="med"/>
                      <a:tailEnd type="none" w="med" len="med"/>
                    </a:lnR>
                    <a:lnT w="9525" cap="flat" cmpd="sng" algn="ctr">
                      <a:solidFill>
                        <a:srgbClr val="C9D2D8"/>
                      </a:solidFill>
                      <a:prstDash val="solid"/>
                      <a:round/>
                      <a:headEnd type="none" w="med" len="med"/>
                      <a:tailEnd type="none" w="med" len="med"/>
                    </a:lnT>
                    <a:lnB w="9525" cap="flat" cmpd="sng" algn="ctr">
                      <a:solidFill>
                        <a:srgbClr val="C9D2D8"/>
                      </a:solidFill>
                      <a:prstDash val="solid"/>
                      <a:round/>
                      <a:headEnd type="none" w="med" len="med"/>
                      <a:tailEnd type="none" w="med" len="med"/>
                    </a:lnB>
                  </a:tcPr>
                </a:tc>
                <a:extLst>
                  <a:ext uri="{0D108BD9-81ED-4DB2-BD59-A6C34878D82A}">
                    <a16:rowId xmlns:a16="http://schemas.microsoft.com/office/drawing/2014/main" val="10003"/>
                  </a:ext>
                </a:extLst>
              </a:tr>
              <a:tr h="548640">
                <a:tc>
                  <a:txBody>
                    <a:bodyPr/>
                    <a:lstStyle/>
                    <a:p>
                      <a:pPr marL="0" indent="0">
                        <a:buNone/>
                      </a:pPr>
                      <a:r>
                        <a:rPr lang="en-US" sz="1600" dirty="0">
                          <a:solidFill>
                            <a:srgbClr val="1F2328"/>
                          </a:solidFill>
                          <a:latin typeface="Arial" pitchFamily="34" charset="0"/>
                          <a:ea typeface="Arial" pitchFamily="34" charset="-122"/>
                          <a:cs typeface="Arial" pitchFamily="34" charset="-120"/>
                        </a:rPr>
                        <a:t>Terlama</a:t>
                      </a:r>
                      <a:endParaRPr lang="en-US" sz="1600" dirty="0">
                        <a:latin typeface="Arial" charset="0"/>
                        <a:ea typeface="Arial" charset="0"/>
                        <a:cs typeface="Arial" charset="0"/>
                      </a:endParaRPr>
                    </a:p>
                  </a:txBody>
                  <a:tcPr anchor="ctr">
                    <a:lnL w="9525" cap="flat" cmpd="sng" algn="ctr">
                      <a:solidFill>
                        <a:srgbClr val="C9D2D8"/>
                      </a:solidFill>
                      <a:prstDash val="solid"/>
                      <a:round/>
                      <a:headEnd type="none" w="med" len="med"/>
                      <a:tailEnd type="none" w="med" len="med"/>
                    </a:lnL>
                    <a:lnR w="9525" cap="flat" cmpd="sng" algn="ctr">
                      <a:solidFill>
                        <a:srgbClr val="C9D2D8"/>
                      </a:solidFill>
                      <a:prstDash val="solid"/>
                      <a:round/>
                      <a:headEnd type="none" w="med" len="med"/>
                      <a:tailEnd type="none" w="med" len="med"/>
                    </a:lnR>
                    <a:lnT w="9525" cap="flat" cmpd="sng" algn="ctr">
                      <a:solidFill>
                        <a:srgbClr val="C9D2D8"/>
                      </a:solidFill>
                      <a:prstDash val="solid"/>
                      <a:round/>
                      <a:headEnd type="none" w="med" len="med"/>
                      <a:tailEnd type="none" w="med" len="med"/>
                    </a:lnT>
                    <a:lnB w="9525" cap="flat" cmpd="sng" algn="ctr">
                      <a:solidFill>
                        <a:srgbClr val="C9D2D8"/>
                      </a:solidFill>
                      <a:prstDash val="solid"/>
                      <a:round/>
                      <a:headEnd type="none" w="med" len="med"/>
                      <a:tailEnd type="none" w="med" len="med"/>
                    </a:lnB>
                  </a:tcPr>
                </a:tc>
                <a:tc>
                  <a:txBody>
                    <a:bodyPr/>
                    <a:lstStyle/>
                    <a:p>
                      <a:pPr marL="0" indent="0">
                        <a:buNone/>
                      </a:pPr>
                      <a:r>
                        <a:rPr lang="en-US" sz="1600" dirty="0">
                          <a:solidFill>
                            <a:srgbClr val="1F2328"/>
                          </a:solidFill>
                          <a:latin typeface="Arial" pitchFamily="34" charset="0"/>
                          <a:ea typeface="Arial" pitchFamily="34" charset="-122"/>
                          <a:cs typeface="Arial" pitchFamily="34" charset="-120"/>
                        </a:rPr>
                        <a:t>8:50</a:t>
                      </a:r>
                      <a:endParaRPr lang="en-US" sz="1600" dirty="0">
                        <a:latin typeface="Arial" charset="0"/>
                        <a:ea typeface="Arial" charset="0"/>
                        <a:cs typeface="Arial" charset="0"/>
                      </a:endParaRPr>
                    </a:p>
                  </a:txBody>
                  <a:tcPr anchor="ctr">
                    <a:lnL w="9525" cap="flat" cmpd="sng" algn="ctr">
                      <a:solidFill>
                        <a:srgbClr val="C9D2D8"/>
                      </a:solidFill>
                      <a:prstDash val="solid"/>
                      <a:round/>
                      <a:headEnd type="none" w="med" len="med"/>
                      <a:tailEnd type="none" w="med" len="med"/>
                    </a:lnL>
                    <a:lnR w="9525" cap="flat" cmpd="sng" algn="ctr">
                      <a:solidFill>
                        <a:srgbClr val="C9D2D8"/>
                      </a:solidFill>
                      <a:prstDash val="solid"/>
                      <a:round/>
                      <a:headEnd type="none" w="med" len="med"/>
                      <a:tailEnd type="none" w="med" len="med"/>
                    </a:lnR>
                    <a:lnT w="9525" cap="flat" cmpd="sng" algn="ctr">
                      <a:solidFill>
                        <a:srgbClr val="C9D2D8"/>
                      </a:solidFill>
                      <a:prstDash val="solid"/>
                      <a:round/>
                      <a:headEnd type="none" w="med" len="med"/>
                      <a:tailEnd type="none" w="med" len="med"/>
                    </a:lnT>
                    <a:lnB w="9525" cap="flat" cmpd="sng" algn="ctr">
                      <a:solidFill>
                        <a:srgbClr val="C9D2D8"/>
                      </a:solidFill>
                      <a:prstDash val="solid"/>
                      <a:round/>
                      <a:headEnd type="none" w="med" len="med"/>
                      <a:tailEnd type="none" w="med" len="med"/>
                    </a:lnB>
                  </a:tcPr>
                </a:tc>
                <a:tc>
                  <a:txBody>
                    <a:bodyPr/>
                    <a:lstStyle/>
                    <a:p>
                      <a:pPr marL="0" indent="0">
                        <a:buNone/>
                      </a:pPr>
                      <a:r>
                        <a:rPr lang="en-US" sz="1600" dirty="0">
                          <a:solidFill>
                            <a:srgbClr val="1F2328"/>
                          </a:solidFill>
                          <a:latin typeface="Arial" pitchFamily="34" charset="0"/>
                          <a:ea typeface="Arial" pitchFamily="34" charset="-122"/>
                          <a:cs typeface="Arial" pitchFamily="34" charset="-120"/>
                        </a:rPr>
                        <a:t>19:12</a:t>
                      </a:r>
                      <a:endParaRPr lang="en-US" sz="1600" dirty="0">
                        <a:latin typeface="Arial" charset="0"/>
                        <a:ea typeface="Arial" charset="0"/>
                        <a:cs typeface="Arial" charset="0"/>
                      </a:endParaRPr>
                    </a:p>
                  </a:txBody>
                  <a:tcPr anchor="ctr">
                    <a:lnL w="9525" cap="flat" cmpd="sng" algn="ctr">
                      <a:solidFill>
                        <a:srgbClr val="C9D2D8"/>
                      </a:solidFill>
                      <a:prstDash val="solid"/>
                      <a:round/>
                      <a:headEnd type="none" w="med" len="med"/>
                      <a:tailEnd type="none" w="med" len="med"/>
                    </a:lnL>
                    <a:lnR w="9525" cap="flat" cmpd="sng" algn="ctr">
                      <a:solidFill>
                        <a:srgbClr val="C9D2D8"/>
                      </a:solidFill>
                      <a:prstDash val="solid"/>
                      <a:round/>
                      <a:headEnd type="none" w="med" len="med"/>
                      <a:tailEnd type="none" w="med" len="med"/>
                    </a:lnR>
                    <a:lnT w="9525" cap="flat" cmpd="sng" algn="ctr">
                      <a:solidFill>
                        <a:srgbClr val="C9D2D8"/>
                      </a:solidFill>
                      <a:prstDash val="solid"/>
                      <a:round/>
                      <a:headEnd type="none" w="med" len="med"/>
                      <a:tailEnd type="none" w="med" len="med"/>
                    </a:lnT>
                    <a:lnB w="9525" cap="flat" cmpd="sng" algn="ctr">
                      <a:solidFill>
                        <a:srgbClr val="C9D2D8"/>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10725912" y="274320"/>
            <a:ext cx="91440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200">
                <a:solidFill>
                  <a:srgbClr val="6B7A89"/>
                </a:solidFill>
                <a:latin typeface="Arial"/>
                <a:ea typeface="Arial"/>
                <a:cs typeface="Arial"/>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t"/>
          <a:lstStyle/>
          <a:p>
            <a:pPr marL="0" indent="0">
              <a:buNone/>
            </a:pPr>
            <a:r>
              <a:rPr lang="en-US" sz="1200" b="1" kern="0" spc="300" dirty="0">
                <a:solidFill>
                  <a:srgbClr val="466018"/>
                </a:solidFill>
                <a:latin typeface="Arial" pitchFamily="34" charset="0"/>
                <a:ea typeface="Arial" pitchFamily="34" charset="-122"/>
                <a:cs typeface="Arial" pitchFamily="34" charset="-120"/>
              </a:rPr>
              <a:t>22  ·  SIMULASI</a:t>
            </a:r>
            <a:endParaRPr lang="en-US" sz="1200" dirty="0"/>
          </a:p>
        </p:txBody>
      </p:sp>
      <p:sp>
        <p:nvSpPr>
          <p:cNvPr id="3" name="Text 1"/>
          <p:cNvSpPr txBox="1"/>
          <p:nvPr/>
        </p:nvSpPr>
        <p:spPr>
          <a:xfrm>
            <a:off x="548640" y="640080"/>
            <a:ext cx="11064240" cy="777240"/>
          </a:xfrm>
          <a:prstGeom prst="rect">
            <a:avLst/>
          </a:prstGeom>
          <a:noFill/>
          <a:ln/>
        </p:spPr>
        <p:txBody>
          <a:bodyPr wrap="square" lIns="0" tIns="0" rIns="0" bIns="0" rtlCol="0" anchor="ctr"/>
          <a:lstStyle/>
          <a:p>
            <a:pPr marL="0" indent="0">
              <a:buNone/>
            </a:pPr>
            <a:r>
              <a:rPr lang="en-US" sz="3400" b="1" dirty="0">
                <a:solidFill>
                  <a:srgbClr val="1F2328"/>
                </a:solidFill>
                <a:latin typeface="Arial" pitchFamily="34" charset="0"/>
                <a:ea typeface="Arial" pitchFamily="34" charset="-122"/>
                <a:cs typeface="Arial" pitchFamily="34" charset="-120"/>
              </a:rPr>
              <a:t>Bentuk serupa, ekor simulasi lebih panjang</a:t>
            </a:r>
            <a:endParaRPr lang="en-US" sz="3400" dirty="0"/>
          </a:p>
        </p:txBody>
      </p:sp>
      <p:graphicFrame>
        <p:nvGraphicFramePr>
          <p:cNvPr id="5" name="Chart 0"/>
          <p:cNvGraphicFramePr/>
          <p:nvPr/>
        </p:nvGraphicFramePr>
        <p:xfrm>
          <a:off x="548640" y="1463040"/>
          <a:ext cx="11064240" cy="402336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2"/>
          <p:cNvSpPr txBox="1"/>
          <p:nvPr/>
        </p:nvSpPr>
        <p:spPr>
          <a:xfrm>
            <a:off x="548640" y="5577840"/>
            <a:ext cx="11064240" cy="640080"/>
          </a:xfrm>
          <a:prstGeom prst="rect">
            <a:avLst/>
          </a:prstGeom>
          <a:noFill/>
          <a:ln/>
        </p:spPr>
        <p:txBody>
          <a:bodyPr wrap="square" lIns="0" tIns="0" rIns="0" bIns="0" rtlCol="0" anchor="t"/>
          <a:lstStyle/>
          <a:p>
            <a:pPr marL="0" indent="0">
              <a:buNone/>
            </a:pPr>
            <a:r>
              <a:rPr lang="en-US" sz="1400" dirty="0">
                <a:solidFill>
                  <a:srgbClr val="505A66"/>
                </a:solidFill>
                <a:latin typeface="Arial" pitchFamily="34" charset="0"/>
                <a:ea typeface="Arial" pitchFamily="34" charset="-122"/>
                <a:cs typeface="Arial" pitchFamily="34" charset="-120"/>
              </a:rPr>
              <a:t>Persen kunjungan per kelas 30 detik (angka = batas bawah kelas). Simulasi punya ekor lebih panjang: 1,4% kunjungan di atas 600 detik, terlama 19:12; data terlama 8:50.</a:t>
            </a:r>
            <a:endParaRPr lang="en-US" sz="1400" dirty="0"/>
          </a:p>
        </p:txBody>
      </p:sp>
      <p:sp>
        <p:nvSpPr>
          <p:cNvPr id="25" name="Slide Number Placeholder 0"/>
          <p:cNvSpPr>
            <a:spLocks noGrp="1"/>
          </p:cNvSpPr>
          <p:nvPr>
            <p:ph type="sldNum" sz="quarter" idx="4294967295"/>
          </p:nvPr>
        </p:nvSpPr>
        <p:spPr>
          <a:xfrm>
            <a:off x="10725912" y="274320"/>
            <a:ext cx="91440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200">
                <a:solidFill>
                  <a:srgbClr val="6B7A89"/>
                </a:solidFill>
                <a:latin typeface="Arial"/>
                <a:ea typeface="Arial"/>
                <a:cs typeface="Arial"/>
              </a:defRPr>
            </a:lvl1pPr>
          </a:lstStyle>
          <a:p>
            <a:pPr algn="r"/>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t"/>
          <a:lstStyle/>
          <a:p>
            <a:pPr marL="0" indent="0">
              <a:buNone/>
            </a:pPr>
            <a:r>
              <a:rPr lang="en-US" sz="1200" b="1" kern="0" spc="300" dirty="0">
                <a:solidFill>
                  <a:srgbClr val="466018"/>
                </a:solidFill>
                <a:latin typeface="Arial" pitchFamily="34" charset="0"/>
                <a:ea typeface="Arial" pitchFamily="34" charset="-122"/>
                <a:cs typeface="Arial" pitchFamily="34" charset="-120"/>
              </a:rPr>
              <a:t>23  ·  PENUTUP</a:t>
            </a:r>
            <a:endParaRPr lang="en-US" sz="1200" dirty="0"/>
          </a:p>
        </p:txBody>
      </p:sp>
      <p:sp>
        <p:nvSpPr>
          <p:cNvPr id="3" name="Text 1"/>
          <p:cNvSpPr txBox="1"/>
          <p:nvPr/>
        </p:nvSpPr>
        <p:spPr>
          <a:xfrm>
            <a:off x="548640" y="640080"/>
            <a:ext cx="11064240" cy="777240"/>
          </a:xfrm>
          <a:prstGeom prst="rect">
            <a:avLst/>
          </a:prstGeom>
          <a:noFill/>
          <a:ln/>
        </p:spPr>
        <p:txBody>
          <a:bodyPr wrap="square" lIns="0" tIns="0" rIns="0" bIns="0" rtlCol="0" anchor="ctr"/>
          <a:lstStyle/>
          <a:p>
            <a:pPr marL="0" indent="0">
              <a:buNone/>
            </a:pPr>
            <a:r>
              <a:rPr lang="en-US" sz="3400" b="1" dirty="0">
                <a:solidFill>
                  <a:srgbClr val="1F2328"/>
                </a:solidFill>
                <a:latin typeface="Arial" pitchFamily="34" charset="0"/>
                <a:ea typeface="Arial" pitchFamily="34" charset="-122"/>
                <a:cs typeface="Arial" pitchFamily="34" charset="-120"/>
              </a:rPr>
              <a:t>Baru dua dari empat unsur sistem yang terisi</a:t>
            </a:r>
            <a:endParaRPr lang="en-US" sz="3400" dirty="0"/>
          </a:p>
        </p:txBody>
      </p:sp>
      <p:sp>
        <p:nvSpPr>
          <p:cNvPr id="5" name="Shape 2"/>
          <p:cNvSpPr/>
          <p:nvPr/>
        </p:nvSpPr>
        <p:spPr>
          <a:xfrm>
            <a:off x="548640" y="1554480"/>
            <a:ext cx="2606040" cy="3383280"/>
          </a:xfrm>
          <a:prstGeom prst="rect">
            <a:avLst/>
          </a:prstGeom>
          <a:solidFill>
            <a:srgbClr val="6B8E23"/>
          </a:solidFill>
          <a:ln/>
        </p:spPr>
      </p:sp>
      <p:sp>
        <p:nvSpPr>
          <p:cNvPr id="6" name="Text 3"/>
          <p:cNvSpPr txBox="1"/>
          <p:nvPr/>
        </p:nvSpPr>
        <p:spPr>
          <a:xfrm>
            <a:off x="777240" y="1691640"/>
            <a:ext cx="2194560" cy="731520"/>
          </a:xfrm>
          <a:prstGeom prst="rect">
            <a:avLst/>
          </a:prstGeom>
          <a:noFill/>
          <a:ln/>
        </p:spPr>
        <p:txBody>
          <a:bodyPr wrap="square" lIns="0" tIns="0" rIns="0" bIns="0" rtlCol="0" anchor="t"/>
          <a:lstStyle/>
          <a:p>
            <a:pPr marL="0" indent="0">
              <a:buNone/>
            </a:pPr>
            <a:r>
              <a:rPr lang="en-US" sz="4000" b="1" dirty="0">
                <a:solidFill>
                  <a:srgbClr val="1F2328"/>
                </a:solidFill>
                <a:latin typeface="Arial" pitchFamily="34" charset="0"/>
                <a:ea typeface="Arial" pitchFamily="34" charset="-122"/>
                <a:cs typeface="Arial" pitchFamily="34" charset="-120"/>
              </a:rPr>
              <a:t>E</a:t>
            </a:r>
            <a:endParaRPr lang="en-US" sz="4000" dirty="0"/>
          </a:p>
        </p:txBody>
      </p:sp>
      <p:sp>
        <p:nvSpPr>
          <p:cNvPr id="7" name="Text 4"/>
          <p:cNvSpPr txBox="1"/>
          <p:nvPr/>
        </p:nvSpPr>
        <p:spPr>
          <a:xfrm>
            <a:off x="777240" y="2514600"/>
            <a:ext cx="2194560" cy="365760"/>
          </a:xfrm>
          <a:prstGeom prst="rect">
            <a:avLst/>
          </a:prstGeom>
          <a:noFill/>
          <a:ln/>
        </p:spPr>
        <p:txBody>
          <a:bodyPr wrap="square" lIns="0" tIns="0" rIns="0" bIns="0" rtlCol="0" anchor="t"/>
          <a:lstStyle/>
          <a:p>
            <a:pPr marL="0" indent="0">
              <a:buNone/>
            </a:pPr>
            <a:r>
              <a:rPr lang="en-US" sz="1800" b="1" dirty="0">
                <a:solidFill>
                  <a:srgbClr val="1F2328"/>
                </a:solidFill>
                <a:latin typeface="Arial" pitchFamily="34" charset="0"/>
                <a:ea typeface="Arial" pitchFamily="34" charset="-122"/>
                <a:cs typeface="Arial" pitchFamily="34" charset="-120"/>
              </a:rPr>
              <a:t>Entity</a:t>
            </a:r>
            <a:endParaRPr lang="en-US" sz="1800" dirty="0"/>
          </a:p>
        </p:txBody>
      </p:sp>
      <p:sp>
        <p:nvSpPr>
          <p:cNvPr id="8" name="Text 5"/>
          <p:cNvSpPr txBox="1"/>
          <p:nvPr/>
        </p:nvSpPr>
        <p:spPr>
          <a:xfrm>
            <a:off x="777240" y="2971800"/>
            <a:ext cx="2194560" cy="1463040"/>
          </a:xfrm>
          <a:prstGeom prst="rect">
            <a:avLst/>
          </a:prstGeom>
          <a:noFill/>
          <a:ln/>
        </p:spPr>
        <p:txBody>
          <a:bodyPr wrap="square" lIns="0" tIns="0" rIns="0" bIns="0" rtlCol="0" anchor="t"/>
          <a:lstStyle/>
          <a:p>
            <a:pPr marL="0" indent="0">
              <a:buNone/>
            </a:pPr>
            <a:r>
              <a:rPr lang="en-US" sz="1600" dirty="0">
                <a:solidFill>
                  <a:srgbClr val="1F2328"/>
                </a:solidFill>
                <a:latin typeface="Arial" pitchFamily="34" charset="0"/>
                <a:ea typeface="Arial" pitchFamily="34" charset="-122"/>
                <a:cs typeface="Arial" pitchFamily="34" charset="-120"/>
              </a:rPr>
              <a:t>Pengunjung Kantin FST, satu orang satu catatan.</a:t>
            </a:r>
            <a:endParaRPr lang="en-US" sz="1600" dirty="0"/>
          </a:p>
        </p:txBody>
      </p:sp>
      <p:sp>
        <p:nvSpPr>
          <p:cNvPr id="9" name="Shape 6"/>
          <p:cNvSpPr/>
          <p:nvPr/>
        </p:nvSpPr>
        <p:spPr>
          <a:xfrm>
            <a:off x="3374136" y="1554480"/>
            <a:ext cx="2606040" cy="3383280"/>
          </a:xfrm>
          <a:prstGeom prst="rect">
            <a:avLst/>
          </a:prstGeom>
          <a:solidFill>
            <a:srgbClr val="6B8E23"/>
          </a:solidFill>
          <a:ln/>
        </p:spPr>
      </p:sp>
      <p:sp>
        <p:nvSpPr>
          <p:cNvPr id="10" name="Text 7"/>
          <p:cNvSpPr txBox="1"/>
          <p:nvPr/>
        </p:nvSpPr>
        <p:spPr>
          <a:xfrm>
            <a:off x="3602736" y="1691640"/>
            <a:ext cx="2194560" cy="731520"/>
          </a:xfrm>
          <a:prstGeom prst="rect">
            <a:avLst/>
          </a:prstGeom>
          <a:noFill/>
          <a:ln/>
        </p:spPr>
        <p:txBody>
          <a:bodyPr wrap="square" lIns="0" tIns="0" rIns="0" bIns="0" rtlCol="0" anchor="t"/>
          <a:lstStyle/>
          <a:p>
            <a:pPr marL="0" indent="0">
              <a:buNone/>
            </a:pPr>
            <a:r>
              <a:rPr lang="en-US" sz="4000" b="1" dirty="0">
                <a:solidFill>
                  <a:srgbClr val="1F2328"/>
                </a:solidFill>
                <a:latin typeface="Arial" pitchFamily="34" charset="0"/>
                <a:ea typeface="Arial" pitchFamily="34" charset="-122"/>
                <a:cs typeface="Arial" pitchFamily="34" charset="-120"/>
              </a:rPr>
              <a:t>A</a:t>
            </a:r>
            <a:endParaRPr lang="en-US" sz="4000" dirty="0"/>
          </a:p>
        </p:txBody>
      </p:sp>
      <p:sp>
        <p:nvSpPr>
          <p:cNvPr id="11" name="Text 8"/>
          <p:cNvSpPr txBox="1"/>
          <p:nvPr/>
        </p:nvSpPr>
        <p:spPr>
          <a:xfrm>
            <a:off x="3602736" y="2514600"/>
            <a:ext cx="2194560" cy="365760"/>
          </a:xfrm>
          <a:prstGeom prst="rect">
            <a:avLst/>
          </a:prstGeom>
          <a:noFill/>
          <a:ln/>
        </p:spPr>
        <p:txBody>
          <a:bodyPr wrap="square" lIns="0" tIns="0" rIns="0" bIns="0" rtlCol="0" anchor="t"/>
          <a:lstStyle/>
          <a:p>
            <a:pPr marL="0" indent="0">
              <a:buNone/>
            </a:pPr>
            <a:r>
              <a:rPr lang="en-US" sz="1800" b="1" dirty="0">
                <a:solidFill>
                  <a:srgbClr val="1F2328"/>
                </a:solidFill>
                <a:latin typeface="Arial" pitchFamily="34" charset="0"/>
                <a:ea typeface="Arial" pitchFamily="34" charset="-122"/>
                <a:cs typeface="Arial" pitchFamily="34" charset="-120"/>
              </a:rPr>
              <a:t>Attribute</a:t>
            </a:r>
            <a:endParaRPr lang="en-US" sz="1800" dirty="0"/>
          </a:p>
        </p:txBody>
      </p:sp>
      <p:sp>
        <p:nvSpPr>
          <p:cNvPr id="12" name="Text 9"/>
          <p:cNvSpPr txBox="1"/>
          <p:nvPr/>
        </p:nvSpPr>
        <p:spPr>
          <a:xfrm>
            <a:off x="3602736" y="2971800"/>
            <a:ext cx="2194560" cy="1463040"/>
          </a:xfrm>
          <a:prstGeom prst="rect">
            <a:avLst/>
          </a:prstGeom>
          <a:noFill/>
          <a:ln/>
        </p:spPr>
        <p:txBody>
          <a:bodyPr wrap="square" lIns="0" tIns="0" rIns="0" bIns="0" rtlCol="0" anchor="t"/>
          <a:lstStyle/>
          <a:p>
            <a:pPr marL="0" indent="0">
              <a:buNone/>
            </a:pPr>
            <a:r>
              <a:rPr lang="en-US" sz="1600" dirty="0">
                <a:solidFill>
                  <a:srgbClr val="1F2328"/>
                </a:solidFill>
                <a:latin typeface="Arial" pitchFamily="34" charset="0"/>
                <a:ea typeface="Arial" pitchFamily="34" charset="-122"/>
                <a:cs typeface="Arial" pitchFamily="34" charset="-120"/>
              </a:rPr>
              <a:t>Lama berada di kantin, dibangkitkan dari 14 detik + eksponensial.</a:t>
            </a:r>
            <a:endParaRPr lang="en-US" sz="1600" dirty="0"/>
          </a:p>
        </p:txBody>
      </p:sp>
      <p:sp>
        <p:nvSpPr>
          <p:cNvPr id="13" name="Shape 10"/>
          <p:cNvSpPr/>
          <p:nvPr/>
        </p:nvSpPr>
        <p:spPr>
          <a:xfrm>
            <a:off x="6199632" y="1554480"/>
            <a:ext cx="2606040" cy="3383280"/>
          </a:xfrm>
          <a:prstGeom prst="rect">
            <a:avLst/>
          </a:prstGeom>
          <a:solidFill>
            <a:srgbClr val="F1EFEA"/>
          </a:solidFill>
          <a:ln/>
        </p:spPr>
      </p:sp>
      <p:sp>
        <p:nvSpPr>
          <p:cNvPr id="14" name="Text 11"/>
          <p:cNvSpPr txBox="1"/>
          <p:nvPr/>
        </p:nvSpPr>
        <p:spPr>
          <a:xfrm>
            <a:off x="6428232" y="1691640"/>
            <a:ext cx="2194560" cy="731520"/>
          </a:xfrm>
          <a:prstGeom prst="rect">
            <a:avLst/>
          </a:prstGeom>
          <a:noFill/>
          <a:ln/>
        </p:spPr>
        <p:txBody>
          <a:bodyPr wrap="square" lIns="0" tIns="0" rIns="0" bIns="0" rtlCol="0" anchor="t"/>
          <a:lstStyle/>
          <a:p>
            <a:pPr marL="0" indent="0">
              <a:buNone/>
            </a:pPr>
            <a:r>
              <a:rPr lang="en-US" sz="4000" b="1" dirty="0">
                <a:solidFill>
                  <a:srgbClr val="466018"/>
                </a:solidFill>
                <a:latin typeface="Arial" pitchFamily="34" charset="0"/>
                <a:ea typeface="Arial" pitchFamily="34" charset="-122"/>
                <a:cs typeface="Arial" pitchFamily="34" charset="-120"/>
              </a:rPr>
              <a:t>V</a:t>
            </a:r>
            <a:endParaRPr lang="en-US" sz="4000" dirty="0"/>
          </a:p>
        </p:txBody>
      </p:sp>
      <p:sp>
        <p:nvSpPr>
          <p:cNvPr id="15" name="Text 12"/>
          <p:cNvSpPr txBox="1"/>
          <p:nvPr/>
        </p:nvSpPr>
        <p:spPr>
          <a:xfrm>
            <a:off x="6428232" y="2514600"/>
            <a:ext cx="2194560" cy="365760"/>
          </a:xfrm>
          <a:prstGeom prst="rect">
            <a:avLst/>
          </a:prstGeom>
          <a:noFill/>
          <a:ln/>
        </p:spPr>
        <p:txBody>
          <a:bodyPr wrap="square" lIns="0" tIns="0" rIns="0" bIns="0" rtlCol="0" anchor="t"/>
          <a:lstStyle/>
          <a:p>
            <a:pPr marL="0" indent="0">
              <a:buNone/>
            </a:pPr>
            <a:r>
              <a:rPr lang="en-US" sz="1800" b="1" dirty="0">
                <a:solidFill>
                  <a:srgbClr val="1F2328"/>
                </a:solidFill>
                <a:latin typeface="Arial" pitchFamily="34" charset="0"/>
                <a:ea typeface="Arial" pitchFamily="34" charset="-122"/>
                <a:cs typeface="Arial" pitchFamily="34" charset="-120"/>
              </a:rPr>
              <a:t>Variable</a:t>
            </a:r>
            <a:endParaRPr lang="en-US" sz="1800" dirty="0"/>
          </a:p>
        </p:txBody>
      </p:sp>
      <p:sp>
        <p:nvSpPr>
          <p:cNvPr id="16" name="Text 13"/>
          <p:cNvSpPr txBox="1"/>
          <p:nvPr/>
        </p:nvSpPr>
        <p:spPr>
          <a:xfrm>
            <a:off x="6428232" y="2971800"/>
            <a:ext cx="2194560" cy="1463040"/>
          </a:xfrm>
          <a:prstGeom prst="rect">
            <a:avLst/>
          </a:prstGeom>
          <a:noFill/>
          <a:ln/>
        </p:spPr>
        <p:txBody>
          <a:bodyPr wrap="square" lIns="0" tIns="0" rIns="0" bIns="0" rtlCol="0" anchor="t"/>
          <a:lstStyle/>
          <a:p>
            <a:pPr marL="0" indent="0">
              <a:buNone/>
            </a:pPr>
            <a:r>
              <a:rPr lang="en-US" sz="1600" dirty="0">
                <a:solidFill>
                  <a:srgbClr val="505A66"/>
                </a:solidFill>
                <a:latin typeface="Arial" pitchFamily="34" charset="0"/>
                <a:ea typeface="Arial" pitchFamily="34" charset="-122"/>
                <a:cs typeface="Arial" pitchFamily="34" charset="-120"/>
              </a:rPr>
              <a:t>Jumlah orang di kantin pada satu waktu. Data tidak mencatat waktu kedatangan.</a:t>
            </a:r>
            <a:endParaRPr lang="en-US" sz="1600" dirty="0"/>
          </a:p>
        </p:txBody>
      </p:sp>
      <p:sp>
        <p:nvSpPr>
          <p:cNvPr id="17" name="Text 14"/>
          <p:cNvSpPr txBox="1"/>
          <p:nvPr/>
        </p:nvSpPr>
        <p:spPr>
          <a:xfrm>
            <a:off x="6428232" y="4526280"/>
            <a:ext cx="2194560" cy="274320"/>
          </a:xfrm>
          <a:prstGeom prst="rect">
            <a:avLst/>
          </a:prstGeom>
          <a:noFill/>
          <a:ln/>
        </p:spPr>
        <p:txBody>
          <a:bodyPr wrap="square" lIns="0" tIns="0" rIns="0" bIns="0" rtlCol="0" anchor="t"/>
          <a:lstStyle/>
          <a:p>
            <a:pPr marL="0" indent="0">
              <a:buNone/>
            </a:pPr>
            <a:r>
              <a:rPr lang="en-US" sz="1400" b="1" dirty="0">
                <a:solidFill>
                  <a:srgbClr val="9C4A0B"/>
                </a:solidFill>
                <a:latin typeface="Arial" pitchFamily="34" charset="0"/>
                <a:ea typeface="Arial" pitchFamily="34" charset="-122"/>
                <a:cs typeface="Arial" pitchFamily="34" charset="-120"/>
              </a:rPr>
              <a:t>belum terisi</a:t>
            </a:r>
            <a:endParaRPr lang="en-US" sz="1400" dirty="0"/>
          </a:p>
        </p:txBody>
      </p:sp>
      <p:sp>
        <p:nvSpPr>
          <p:cNvPr id="18" name="Shape 15"/>
          <p:cNvSpPr/>
          <p:nvPr/>
        </p:nvSpPr>
        <p:spPr>
          <a:xfrm>
            <a:off x="9025128" y="1554480"/>
            <a:ext cx="2606040" cy="3383280"/>
          </a:xfrm>
          <a:prstGeom prst="rect">
            <a:avLst/>
          </a:prstGeom>
          <a:solidFill>
            <a:srgbClr val="F1EFEA"/>
          </a:solidFill>
          <a:ln/>
        </p:spPr>
      </p:sp>
      <p:sp>
        <p:nvSpPr>
          <p:cNvPr id="19" name="Text 16"/>
          <p:cNvSpPr txBox="1"/>
          <p:nvPr/>
        </p:nvSpPr>
        <p:spPr>
          <a:xfrm>
            <a:off x="9253728" y="1691640"/>
            <a:ext cx="2194560" cy="731520"/>
          </a:xfrm>
          <a:prstGeom prst="rect">
            <a:avLst/>
          </a:prstGeom>
          <a:noFill/>
          <a:ln/>
        </p:spPr>
        <p:txBody>
          <a:bodyPr wrap="square" lIns="0" tIns="0" rIns="0" bIns="0" rtlCol="0" anchor="t"/>
          <a:lstStyle/>
          <a:p>
            <a:pPr marL="0" indent="0">
              <a:buNone/>
            </a:pPr>
            <a:r>
              <a:rPr lang="en-US" sz="4000" b="1" dirty="0">
                <a:solidFill>
                  <a:srgbClr val="466018"/>
                </a:solidFill>
                <a:latin typeface="Arial" pitchFamily="34" charset="0"/>
                <a:ea typeface="Arial" pitchFamily="34" charset="-122"/>
                <a:cs typeface="Arial" pitchFamily="34" charset="-120"/>
              </a:rPr>
              <a:t>T</a:t>
            </a:r>
            <a:endParaRPr lang="en-US" sz="4000" dirty="0"/>
          </a:p>
        </p:txBody>
      </p:sp>
      <p:sp>
        <p:nvSpPr>
          <p:cNvPr id="20" name="Text 17"/>
          <p:cNvSpPr txBox="1"/>
          <p:nvPr/>
        </p:nvSpPr>
        <p:spPr>
          <a:xfrm>
            <a:off x="9253728" y="2514600"/>
            <a:ext cx="2194560" cy="365760"/>
          </a:xfrm>
          <a:prstGeom prst="rect">
            <a:avLst/>
          </a:prstGeom>
          <a:noFill/>
          <a:ln/>
        </p:spPr>
        <p:txBody>
          <a:bodyPr wrap="square" lIns="0" tIns="0" rIns="0" bIns="0" rtlCol="0" anchor="t"/>
          <a:lstStyle/>
          <a:p>
            <a:pPr marL="0" indent="0">
              <a:buNone/>
            </a:pPr>
            <a:r>
              <a:rPr lang="en-US" sz="1800" b="1" dirty="0">
                <a:solidFill>
                  <a:srgbClr val="1F2328"/>
                </a:solidFill>
                <a:latin typeface="Arial" pitchFamily="34" charset="0"/>
                <a:ea typeface="Arial" pitchFamily="34" charset="-122"/>
                <a:cs typeface="Arial" pitchFamily="34" charset="-120"/>
              </a:rPr>
              <a:t>Time</a:t>
            </a:r>
            <a:endParaRPr lang="en-US" sz="1800" dirty="0"/>
          </a:p>
        </p:txBody>
      </p:sp>
      <p:sp>
        <p:nvSpPr>
          <p:cNvPr id="21" name="Text 18"/>
          <p:cNvSpPr txBox="1"/>
          <p:nvPr/>
        </p:nvSpPr>
        <p:spPr>
          <a:xfrm>
            <a:off x="9253728" y="2971800"/>
            <a:ext cx="2194560" cy="1463040"/>
          </a:xfrm>
          <a:prstGeom prst="rect">
            <a:avLst/>
          </a:prstGeom>
          <a:noFill/>
          <a:ln/>
        </p:spPr>
        <p:txBody>
          <a:bodyPr wrap="square" lIns="0" tIns="0" rIns="0" bIns="0" rtlCol="0" anchor="t"/>
          <a:lstStyle/>
          <a:p>
            <a:pPr marL="0" indent="0">
              <a:buNone/>
            </a:pPr>
            <a:r>
              <a:rPr lang="en-US" sz="1600" dirty="0">
                <a:solidFill>
                  <a:srgbClr val="505A66"/>
                </a:solidFill>
                <a:latin typeface="Arial" pitchFamily="34" charset="0"/>
                <a:ea typeface="Arial" pitchFamily="34" charset="-122"/>
                <a:cs typeface="Arial" pitchFamily="34" charset="-120"/>
              </a:rPr>
              <a:t>Jam simulasi. Tiap kunjungan dibangkitkan terpisah.</a:t>
            </a:r>
            <a:endParaRPr lang="en-US" sz="1600" dirty="0"/>
          </a:p>
        </p:txBody>
      </p:sp>
      <p:sp>
        <p:nvSpPr>
          <p:cNvPr id="22" name="Text 19"/>
          <p:cNvSpPr txBox="1"/>
          <p:nvPr/>
        </p:nvSpPr>
        <p:spPr>
          <a:xfrm>
            <a:off x="9253728" y="4526280"/>
            <a:ext cx="2194560" cy="274320"/>
          </a:xfrm>
          <a:prstGeom prst="rect">
            <a:avLst/>
          </a:prstGeom>
          <a:noFill/>
          <a:ln/>
        </p:spPr>
        <p:txBody>
          <a:bodyPr wrap="square" lIns="0" tIns="0" rIns="0" bIns="0" rtlCol="0" anchor="t"/>
          <a:lstStyle/>
          <a:p>
            <a:pPr marL="0" indent="0">
              <a:buNone/>
            </a:pPr>
            <a:r>
              <a:rPr lang="en-US" sz="1400" b="1" dirty="0">
                <a:solidFill>
                  <a:srgbClr val="9C4A0B"/>
                </a:solidFill>
                <a:latin typeface="Arial" pitchFamily="34" charset="0"/>
                <a:ea typeface="Arial" pitchFamily="34" charset="-122"/>
                <a:cs typeface="Arial" pitchFamily="34" charset="-120"/>
              </a:rPr>
              <a:t>belum terisi</a:t>
            </a:r>
            <a:endParaRPr lang="en-US" sz="1400" dirty="0"/>
          </a:p>
        </p:txBody>
      </p:sp>
      <p:sp>
        <p:nvSpPr>
          <p:cNvPr id="23" name="Text 20"/>
          <p:cNvSpPr txBox="1"/>
          <p:nvPr/>
        </p:nvSpPr>
        <p:spPr>
          <a:xfrm>
            <a:off x="548640" y="5166360"/>
            <a:ext cx="11064240" cy="914400"/>
          </a:xfrm>
          <a:prstGeom prst="rect">
            <a:avLst/>
          </a:prstGeom>
          <a:noFill/>
          <a:ln/>
        </p:spPr>
        <p:txBody>
          <a:bodyPr wrap="square" lIns="0" tIns="0" rIns="0" bIns="0" rtlCol="0" anchor="t"/>
          <a:lstStyle/>
          <a:p>
            <a:pPr marL="0" indent="0">
              <a:buNone/>
            </a:pPr>
            <a:r>
              <a:rPr lang="en-US" sz="2200" b="1" dirty="0">
                <a:solidFill>
                  <a:srgbClr val="1F2328"/>
                </a:solidFill>
                <a:latin typeface="Arial" pitchFamily="34" charset="0"/>
                <a:ea typeface="Arial" pitchFamily="34" charset="-122"/>
                <a:cs typeface="Arial" pitchFamily="34" charset="-120"/>
              </a:rPr>
              <a:t>Model ini menjawab berapa lama satu orang berada di kantin. Untuk jam ramai dan antrean, kantin perlu mencatat waktu kedatangan.</a:t>
            </a:r>
            <a:endParaRPr lang="en-US" sz="2200" dirty="0"/>
          </a:p>
        </p:txBody>
      </p:sp>
      <p:sp>
        <p:nvSpPr>
          <p:cNvPr id="25" name="Slide Number Placeholder 0"/>
          <p:cNvSpPr>
            <a:spLocks noGrp="1"/>
          </p:cNvSpPr>
          <p:nvPr>
            <p:ph type="sldNum" sz="quarter" idx="4294967295"/>
          </p:nvPr>
        </p:nvSpPr>
        <p:spPr>
          <a:xfrm>
            <a:off x="10725912" y="274320"/>
            <a:ext cx="91440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200">
                <a:solidFill>
                  <a:srgbClr val="6B7A89"/>
                </a:solidFill>
                <a:latin typeface="Arial"/>
                <a:ea typeface="Arial"/>
                <a:cs typeface="Arial"/>
              </a:defRPr>
            </a:lvl1pPr>
          </a:lstStyle>
          <a:p>
            <a:pPr algn="r"/>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t"/>
          <a:lstStyle/>
          <a:p>
            <a:pPr marL="0" indent="0">
              <a:buNone/>
            </a:pPr>
            <a:r>
              <a:rPr lang="en-US" sz="1200" b="1" kern="0" spc="300" dirty="0">
                <a:solidFill>
                  <a:srgbClr val="466018"/>
                </a:solidFill>
                <a:latin typeface="Arial" pitchFamily="34" charset="0"/>
                <a:ea typeface="Arial" pitchFamily="34" charset="-122"/>
                <a:cs typeface="Arial" pitchFamily="34" charset="-120"/>
              </a:rPr>
              <a:t>24  ·  PENUTUP</a:t>
            </a:r>
            <a:endParaRPr lang="en-US" sz="1200" dirty="0"/>
          </a:p>
        </p:txBody>
      </p:sp>
      <p:sp>
        <p:nvSpPr>
          <p:cNvPr id="3" name="Text 1"/>
          <p:cNvSpPr txBox="1"/>
          <p:nvPr/>
        </p:nvSpPr>
        <p:spPr>
          <a:xfrm>
            <a:off x="548640" y="640080"/>
            <a:ext cx="11064240" cy="777240"/>
          </a:xfrm>
          <a:prstGeom prst="rect">
            <a:avLst/>
          </a:prstGeom>
          <a:noFill/>
          <a:ln/>
        </p:spPr>
        <p:txBody>
          <a:bodyPr wrap="square" lIns="0" tIns="0" rIns="0" bIns="0" rtlCol="0" anchor="ctr"/>
          <a:lstStyle/>
          <a:p>
            <a:pPr marL="0" indent="0">
              <a:buNone/>
            </a:pPr>
            <a:r>
              <a:rPr lang="en-US" sz="3400" b="1" dirty="0">
                <a:solidFill>
                  <a:srgbClr val="1F2328"/>
                </a:solidFill>
                <a:latin typeface="Arial" pitchFamily="34" charset="0"/>
                <a:ea typeface="Arial" pitchFamily="34" charset="-122"/>
                <a:cs typeface="Arial" pitchFamily="34" charset="-120"/>
              </a:rPr>
              <a:t>Yang belum bisa dijawab dan rencana lanjutan</a:t>
            </a:r>
            <a:endParaRPr lang="en-US" sz="3400" dirty="0"/>
          </a:p>
        </p:txBody>
      </p:sp>
      <p:sp>
        <p:nvSpPr>
          <p:cNvPr id="5" name="Shape 2"/>
          <p:cNvSpPr/>
          <p:nvPr/>
        </p:nvSpPr>
        <p:spPr>
          <a:xfrm>
            <a:off x="548640" y="1554480"/>
            <a:ext cx="6675120" cy="4389120"/>
          </a:xfrm>
          <a:prstGeom prst="rect">
            <a:avLst/>
          </a:prstGeom>
          <a:solidFill>
            <a:srgbClr val="F1EFEA"/>
          </a:solidFill>
          <a:ln/>
        </p:spPr>
      </p:sp>
      <p:sp>
        <p:nvSpPr>
          <p:cNvPr id="6" name="Text 3"/>
          <p:cNvSpPr txBox="1"/>
          <p:nvPr/>
        </p:nvSpPr>
        <p:spPr>
          <a:xfrm>
            <a:off x="822960" y="1737360"/>
            <a:ext cx="4572000" cy="274320"/>
          </a:xfrm>
          <a:prstGeom prst="rect">
            <a:avLst/>
          </a:prstGeom>
          <a:noFill/>
          <a:ln/>
        </p:spPr>
        <p:txBody>
          <a:bodyPr wrap="square" lIns="0" tIns="0" rIns="0" bIns="0" rtlCol="0" anchor="t"/>
          <a:lstStyle/>
          <a:p>
            <a:pPr marL="0" indent="0">
              <a:buNone/>
            </a:pPr>
            <a:r>
              <a:rPr lang="en-US" sz="1400" b="1" kern="0" spc="200" dirty="0">
                <a:solidFill>
                  <a:srgbClr val="9C4A0B"/>
                </a:solidFill>
                <a:latin typeface="Arial" pitchFamily="34" charset="0"/>
                <a:ea typeface="Arial" pitchFamily="34" charset="-122"/>
                <a:cs typeface="Arial" pitchFamily="34" charset="-120"/>
              </a:rPr>
              <a:t>BATASAN</a:t>
            </a:r>
            <a:endParaRPr lang="en-US" sz="1400" dirty="0"/>
          </a:p>
        </p:txBody>
      </p:sp>
      <p:sp>
        <p:nvSpPr>
          <p:cNvPr id="7" name="Text 4"/>
          <p:cNvSpPr txBox="1"/>
          <p:nvPr/>
        </p:nvSpPr>
        <p:spPr>
          <a:xfrm>
            <a:off x="822960" y="2148840"/>
            <a:ext cx="6217920" cy="365760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rgbClr val="1F2328"/>
                </a:solidFill>
                <a:latin typeface="Arial" pitchFamily="34" charset="0"/>
                <a:ea typeface="Arial" pitchFamily="34" charset="-122"/>
                <a:cs typeface="Arial" pitchFamily="34" charset="-120"/>
              </a:rPr>
              <a:t>77 catatan, tidak merata: Kamis 41, Jumat 5; jam 15 hanya 9.</a:t>
            </a:r>
            <a:endParaRPr lang="en-US" sz="1800" dirty="0"/>
          </a:p>
          <a:p>
            <a:pPr marL="342900" indent="-342900">
              <a:spcAft>
                <a:spcPts val="1200"/>
              </a:spcAft>
              <a:buSzPct val="100000"/>
              <a:buChar char="•"/>
            </a:pPr>
            <a:r>
              <a:rPr lang="en-US" sz="1800" dirty="0">
                <a:solidFill>
                  <a:srgbClr val="1F2328"/>
                </a:solidFill>
                <a:latin typeface="Arial" pitchFamily="34" charset="0"/>
                <a:ea typeface="Arial" pitchFamily="34" charset="-122"/>
                <a:cs typeface="Arial" pitchFamily="34" charset="-120"/>
              </a:rPr>
              <a:t>Pengunjung didominasi mahasiswa; belum tentu mewakili staf dan dosen.</a:t>
            </a:r>
            <a:endParaRPr lang="en-US" sz="1800" dirty="0"/>
          </a:p>
          <a:p>
            <a:pPr marL="342900" indent="-342900">
              <a:spcAft>
                <a:spcPts val="1200"/>
              </a:spcAft>
              <a:buSzPct val="100000"/>
              <a:buChar char="•"/>
            </a:pPr>
            <a:r>
              <a:rPr lang="en-US" sz="1800" dirty="0">
                <a:solidFill>
                  <a:srgbClr val="1F2328"/>
                </a:solidFill>
                <a:latin typeface="Arial" pitchFamily="34" charset="0"/>
                <a:ea typeface="Arial" pitchFamily="34" charset="-122"/>
                <a:cs typeface="Arial" pitchFamily="34" charset="-120"/>
              </a:rPr>
              <a:t>Enam pencilan memengaruhi rata-rata, jadi baca bersama median.</a:t>
            </a:r>
            <a:endParaRPr lang="en-US" sz="1800" dirty="0"/>
          </a:p>
          <a:p>
            <a:pPr marL="342900" indent="-342900">
              <a:spcAft>
                <a:spcPts val="1200"/>
              </a:spcAft>
              <a:buSzPct val="100000"/>
              <a:buChar char="•"/>
            </a:pPr>
            <a:r>
              <a:rPr lang="en-US" sz="1800" dirty="0">
                <a:solidFill>
                  <a:srgbClr val="1F2328"/>
                </a:solidFill>
                <a:latin typeface="Arial" pitchFamily="34" charset="0"/>
                <a:ea typeface="Arial" pitchFamily="34" charset="-122"/>
                <a:cs typeface="Arial" pitchFamily="34" charset="-120"/>
              </a:rPr>
              <a:t>Eksponensial adalah model terdekat, bukan kepastian; data lebih banyak bisa mengubah hasil uji.</a:t>
            </a:r>
            <a:endParaRPr lang="en-US" sz="1800" dirty="0"/>
          </a:p>
        </p:txBody>
      </p:sp>
      <p:sp>
        <p:nvSpPr>
          <p:cNvPr id="8" name="Shape 5"/>
          <p:cNvSpPr/>
          <p:nvPr/>
        </p:nvSpPr>
        <p:spPr>
          <a:xfrm>
            <a:off x="7498080" y="1554480"/>
            <a:ext cx="4142232" cy="4389120"/>
          </a:xfrm>
          <a:prstGeom prst="rect">
            <a:avLst/>
          </a:prstGeom>
          <a:solidFill>
            <a:srgbClr val="E6EDD6"/>
          </a:solidFill>
          <a:ln/>
        </p:spPr>
      </p:sp>
      <p:sp>
        <p:nvSpPr>
          <p:cNvPr id="9" name="Text 6"/>
          <p:cNvSpPr txBox="1"/>
          <p:nvPr/>
        </p:nvSpPr>
        <p:spPr>
          <a:xfrm>
            <a:off x="7772400" y="1737360"/>
            <a:ext cx="3657600" cy="274320"/>
          </a:xfrm>
          <a:prstGeom prst="rect">
            <a:avLst/>
          </a:prstGeom>
          <a:noFill/>
          <a:ln/>
        </p:spPr>
        <p:txBody>
          <a:bodyPr wrap="square" lIns="0" tIns="0" rIns="0" bIns="0" rtlCol="0" anchor="t"/>
          <a:lstStyle/>
          <a:p>
            <a:pPr marL="0" indent="0">
              <a:buNone/>
            </a:pPr>
            <a:r>
              <a:rPr lang="en-US" sz="1400" b="1" kern="0" spc="200" dirty="0">
                <a:solidFill>
                  <a:srgbClr val="466018"/>
                </a:solidFill>
                <a:latin typeface="Arial" pitchFamily="34" charset="0"/>
                <a:ea typeface="Arial" pitchFamily="34" charset="-122"/>
                <a:cs typeface="Arial" pitchFamily="34" charset="-120"/>
              </a:rPr>
              <a:t>RENCANA LANJUTAN</a:t>
            </a:r>
            <a:endParaRPr lang="en-US" sz="1400" dirty="0"/>
          </a:p>
        </p:txBody>
      </p:sp>
      <p:sp>
        <p:nvSpPr>
          <p:cNvPr id="10" name="Text 7"/>
          <p:cNvSpPr txBox="1"/>
          <p:nvPr/>
        </p:nvSpPr>
        <p:spPr>
          <a:xfrm>
            <a:off x="7772400" y="2148840"/>
            <a:ext cx="3657600" cy="2011680"/>
          </a:xfrm>
          <a:prstGeom prst="rect">
            <a:avLst/>
          </a:prstGeom>
          <a:noFill/>
          <a:ln/>
        </p:spPr>
        <p:txBody>
          <a:bodyPr wrap="square" lIns="0" tIns="0" rIns="0" bIns="0" rtlCol="0" anchor="t"/>
          <a:lstStyle/>
          <a:p>
            <a:pPr marL="0" indent="0">
              <a:buNone/>
            </a:pPr>
            <a:r>
              <a:rPr lang="en-US" sz="1800" b="1" dirty="0">
                <a:solidFill>
                  <a:srgbClr val="1F2328"/>
                </a:solidFill>
                <a:latin typeface="Arial" pitchFamily="34" charset="0"/>
                <a:ea typeface="Arial" pitchFamily="34" charset="-122"/>
                <a:cs typeface="Arial" pitchFamily="34" charset="-120"/>
              </a:rPr>
              <a:t>Catat waktu kedatangan pengunjung, lalu bangun simulasi kejadian diskret (DES) untuk jam ramai dan antrean.</a:t>
            </a:r>
            <a:endParaRPr lang="en-US" sz="1800" dirty="0"/>
          </a:p>
        </p:txBody>
      </p:sp>
      <p:sp>
        <p:nvSpPr>
          <p:cNvPr id="11" name="Text 8"/>
          <p:cNvSpPr txBox="1"/>
          <p:nvPr/>
        </p:nvSpPr>
        <p:spPr>
          <a:xfrm>
            <a:off x="7772400" y="4206240"/>
            <a:ext cx="3657600" cy="1371600"/>
          </a:xfrm>
          <a:prstGeom prst="rect">
            <a:avLst/>
          </a:prstGeom>
          <a:noFill/>
          <a:ln/>
        </p:spPr>
        <p:txBody>
          <a:bodyPr wrap="square" lIns="0" tIns="0" rIns="0" bIns="0" rtlCol="0" anchor="t"/>
          <a:lstStyle/>
          <a:p>
            <a:pPr marL="0" indent="0">
              <a:buNone/>
            </a:pPr>
            <a:r>
              <a:rPr lang="en-US" sz="1600" dirty="0">
                <a:solidFill>
                  <a:srgbClr val="505A66"/>
                </a:solidFill>
                <a:latin typeface="Arial" pitchFamily="34" charset="0"/>
                <a:ea typeface="Arial" pitchFamily="34" charset="-122"/>
                <a:cs typeface="Arial" pitchFamily="34" charset="-120"/>
              </a:rPr>
              <a:t>Tambah data hari Rabu dan sesi lain agar sebaran lebih stabil.</a:t>
            </a:r>
            <a:endParaRPr lang="en-US" sz="1600" dirty="0"/>
          </a:p>
        </p:txBody>
      </p:sp>
      <p:sp>
        <p:nvSpPr>
          <p:cNvPr id="25" name="Slide Number Placeholder 0"/>
          <p:cNvSpPr>
            <a:spLocks noGrp="1"/>
          </p:cNvSpPr>
          <p:nvPr>
            <p:ph type="sldNum" sz="quarter" idx="4294967295"/>
          </p:nvPr>
        </p:nvSpPr>
        <p:spPr>
          <a:xfrm>
            <a:off x="10725912" y="274320"/>
            <a:ext cx="91440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200">
                <a:solidFill>
                  <a:srgbClr val="6B7A89"/>
                </a:solidFill>
                <a:latin typeface="Arial"/>
                <a:ea typeface="Arial"/>
                <a:cs typeface="Arial"/>
              </a:defRPr>
            </a:lvl1pPr>
          </a:lstStyle>
          <a:p>
            <a:pPr algn="r"/>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t"/>
          <a:lstStyle/>
          <a:p>
            <a:pPr marL="0" indent="0">
              <a:buNone/>
            </a:pPr>
            <a:r>
              <a:rPr lang="en-US" sz="1200" b="1" kern="0" spc="300" dirty="0">
                <a:solidFill>
                  <a:srgbClr val="C5DB7A"/>
                </a:solidFill>
                <a:latin typeface="Arial" pitchFamily="34" charset="0"/>
                <a:ea typeface="Arial" pitchFamily="34" charset="-122"/>
                <a:cs typeface="Arial" pitchFamily="34" charset="-120"/>
              </a:rPr>
              <a:t>25  ·  PENUTUP</a:t>
            </a:r>
            <a:endParaRPr lang="en-US" sz="1200" dirty="0"/>
          </a:p>
        </p:txBody>
      </p:sp>
      <p:sp>
        <p:nvSpPr>
          <p:cNvPr id="3" name="Text 1"/>
          <p:cNvSpPr txBox="1"/>
          <p:nvPr/>
        </p:nvSpPr>
        <p:spPr>
          <a:xfrm>
            <a:off x="548640" y="640080"/>
            <a:ext cx="11064240" cy="777240"/>
          </a:xfrm>
          <a:prstGeom prst="rect">
            <a:avLst/>
          </a:prstGeom>
          <a:noFill/>
          <a:ln/>
        </p:spPr>
        <p:txBody>
          <a:bodyPr wrap="square" lIns="0" tIns="0" rIns="0" bIns="0" rtlCol="0" anchor="ctr"/>
          <a:lstStyle/>
          <a:p>
            <a:pPr marL="0" indent="0">
              <a:buNone/>
            </a:pPr>
            <a:r>
              <a:rPr lang="en-US" sz="3400" b="1" dirty="0">
                <a:solidFill>
                  <a:srgbClr val="FFFFFF"/>
                </a:solidFill>
                <a:latin typeface="Arial" pitchFamily="34" charset="0"/>
                <a:ea typeface="Arial" pitchFamily="34" charset="-122"/>
                <a:cs typeface="Arial" pitchFamily="34" charset="-120"/>
              </a:rPr>
              <a:t>Ringkasan temuan</a:t>
            </a:r>
            <a:endParaRPr lang="en-US" sz="3400" dirty="0"/>
          </a:p>
        </p:txBody>
      </p:sp>
      <p:sp>
        <p:nvSpPr>
          <p:cNvPr id="5" name="Shape 2"/>
          <p:cNvSpPr/>
          <p:nvPr/>
        </p:nvSpPr>
        <p:spPr>
          <a:xfrm>
            <a:off x="548640" y="1463040"/>
            <a:ext cx="11091672" cy="1051560"/>
          </a:xfrm>
          <a:prstGeom prst="rect">
            <a:avLst/>
          </a:prstGeom>
          <a:solidFill>
            <a:srgbClr val="2E353D"/>
          </a:solidFill>
          <a:ln/>
        </p:spPr>
      </p:sp>
      <p:sp>
        <p:nvSpPr>
          <p:cNvPr id="6" name="Text 3"/>
          <p:cNvSpPr txBox="1"/>
          <p:nvPr/>
        </p:nvSpPr>
        <p:spPr>
          <a:xfrm>
            <a:off x="822960" y="1463040"/>
            <a:ext cx="548640" cy="1051560"/>
          </a:xfrm>
          <a:prstGeom prst="rect">
            <a:avLst/>
          </a:prstGeom>
          <a:noFill/>
          <a:ln/>
        </p:spPr>
        <p:txBody>
          <a:bodyPr wrap="square" lIns="0" tIns="0" rIns="0" bIns="0" rtlCol="0" anchor="ctr"/>
          <a:lstStyle/>
          <a:p>
            <a:pPr marL="0" indent="0">
              <a:buNone/>
            </a:pPr>
            <a:r>
              <a:rPr lang="en-US" sz="3200" b="1" dirty="0">
                <a:solidFill>
                  <a:srgbClr val="C5DB7A"/>
                </a:solidFill>
                <a:latin typeface="Arial" pitchFamily="34" charset="0"/>
                <a:ea typeface="Arial" pitchFamily="34" charset="-122"/>
                <a:cs typeface="Arial" pitchFamily="34" charset="-120"/>
              </a:rPr>
              <a:t>1</a:t>
            </a:r>
            <a:endParaRPr lang="en-US" sz="3200" dirty="0"/>
          </a:p>
        </p:txBody>
      </p:sp>
      <p:sp>
        <p:nvSpPr>
          <p:cNvPr id="7" name="Text 4"/>
          <p:cNvSpPr txBox="1"/>
          <p:nvPr/>
        </p:nvSpPr>
        <p:spPr>
          <a:xfrm>
            <a:off x="1645920" y="1572768"/>
            <a:ext cx="9784080" cy="365760"/>
          </a:xfrm>
          <a:prstGeom prst="rect">
            <a:avLst/>
          </a:prstGeom>
          <a:noFill/>
          <a:ln/>
        </p:spPr>
        <p:txBody>
          <a:bodyPr wrap="square" lIns="0" tIns="0" rIns="0" bIns="0" rtlCol="0" anchor="t"/>
          <a:lstStyle/>
          <a:p>
            <a:pPr marL="0" indent="0">
              <a:buNone/>
            </a:pPr>
            <a:r>
              <a:rPr lang="en-US" sz="1800" b="1" dirty="0">
                <a:solidFill>
                  <a:srgbClr val="FFFFFF"/>
                </a:solidFill>
                <a:latin typeface="Arial" pitchFamily="34" charset="0"/>
                <a:ea typeface="Arial" pitchFamily="34" charset="-122"/>
                <a:cs typeface="Arial" pitchFamily="34" charset="-120"/>
              </a:rPr>
              <a:t>Data lapangan: 77 kunjungan</a:t>
            </a:r>
            <a:endParaRPr lang="en-US" sz="1800" dirty="0"/>
          </a:p>
        </p:txBody>
      </p:sp>
      <p:sp>
        <p:nvSpPr>
          <p:cNvPr id="8" name="Text 5"/>
          <p:cNvSpPr txBox="1"/>
          <p:nvPr/>
        </p:nvSpPr>
        <p:spPr>
          <a:xfrm>
            <a:off x="1645920" y="1965960"/>
            <a:ext cx="9784080" cy="502920"/>
          </a:xfrm>
          <a:prstGeom prst="rect">
            <a:avLst/>
          </a:prstGeom>
          <a:noFill/>
          <a:ln/>
        </p:spPr>
        <p:txBody>
          <a:bodyPr wrap="square" lIns="0" tIns="0" rIns="0" bIns="0" rtlCol="0" anchor="t"/>
          <a:lstStyle/>
          <a:p>
            <a:pPr marL="0" indent="0">
              <a:buNone/>
            </a:pPr>
            <a:r>
              <a:rPr lang="en-US" sz="1600" dirty="0">
                <a:solidFill>
                  <a:srgbClr val="C3C8CE"/>
                </a:solidFill>
                <a:latin typeface="Arial" pitchFamily="34" charset="0"/>
                <a:ea typeface="Arial" pitchFamily="34" charset="-122"/>
                <a:cs typeface="Arial" pitchFamily="34" charset="-120"/>
              </a:rPr>
              <a:t>Pagar IQR 396 detik menandai 6 kunjungan 8:02 sampai 8:50. Rata-rata 153,23 detik, median 107 detik.</a:t>
            </a:r>
            <a:endParaRPr lang="en-US" sz="1600" dirty="0"/>
          </a:p>
        </p:txBody>
      </p:sp>
      <p:sp>
        <p:nvSpPr>
          <p:cNvPr id="9" name="Shape 6"/>
          <p:cNvSpPr/>
          <p:nvPr/>
        </p:nvSpPr>
        <p:spPr>
          <a:xfrm>
            <a:off x="548640" y="2633472"/>
            <a:ext cx="11091672" cy="1051560"/>
          </a:xfrm>
          <a:prstGeom prst="rect">
            <a:avLst/>
          </a:prstGeom>
          <a:solidFill>
            <a:srgbClr val="2E353D"/>
          </a:solidFill>
          <a:ln/>
        </p:spPr>
      </p:sp>
      <p:sp>
        <p:nvSpPr>
          <p:cNvPr id="10" name="Text 7"/>
          <p:cNvSpPr txBox="1"/>
          <p:nvPr/>
        </p:nvSpPr>
        <p:spPr>
          <a:xfrm>
            <a:off x="822960" y="2633472"/>
            <a:ext cx="548640" cy="1051560"/>
          </a:xfrm>
          <a:prstGeom prst="rect">
            <a:avLst/>
          </a:prstGeom>
          <a:noFill/>
          <a:ln/>
        </p:spPr>
        <p:txBody>
          <a:bodyPr wrap="square" lIns="0" tIns="0" rIns="0" bIns="0" rtlCol="0" anchor="ctr"/>
          <a:lstStyle/>
          <a:p>
            <a:pPr marL="0" indent="0">
              <a:buNone/>
            </a:pPr>
            <a:r>
              <a:rPr lang="en-US" sz="3200" b="1" dirty="0">
                <a:solidFill>
                  <a:srgbClr val="C5DB7A"/>
                </a:solidFill>
                <a:latin typeface="Arial" pitchFamily="34" charset="0"/>
                <a:ea typeface="Arial" pitchFamily="34" charset="-122"/>
                <a:cs typeface="Arial" pitchFamily="34" charset="-120"/>
              </a:rPr>
              <a:t>2</a:t>
            </a:r>
            <a:endParaRPr lang="en-US" sz="3200" dirty="0"/>
          </a:p>
        </p:txBody>
      </p:sp>
      <p:sp>
        <p:nvSpPr>
          <p:cNvPr id="11" name="Text 8"/>
          <p:cNvSpPr txBox="1"/>
          <p:nvPr/>
        </p:nvSpPr>
        <p:spPr>
          <a:xfrm>
            <a:off x="1645920" y="2743200"/>
            <a:ext cx="9784080" cy="365760"/>
          </a:xfrm>
          <a:prstGeom prst="rect">
            <a:avLst/>
          </a:prstGeom>
          <a:noFill/>
          <a:ln/>
        </p:spPr>
        <p:txBody>
          <a:bodyPr wrap="square" lIns="0" tIns="0" rIns="0" bIns="0" rtlCol="0" anchor="t"/>
          <a:lstStyle/>
          <a:p>
            <a:pPr marL="0" indent="0">
              <a:buNone/>
            </a:pPr>
            <a:r>
              <a:rPr lang="en-US" sz="1800" b="1" dirty="0">
                <a:solidFill>
                  <a:srgbClr val="FFFFFF"/>
                </a:solidFill>
                <a:latin typeface="Arial" pitchFamily="34" charset="0"/>
                <a:ea typeface="Arial" pitchFamily="34" charset="-122"/>
                <a:cs typeface="Arial" pitchFamily="34" charset="-120"/>
              </a:rPr>
              <a:t>Sebaran: kebanyakan singkat</a:t>
            </a:r>
            <a:endParaRPr lang="en-US" sz="1800" dirty="0"/>
          </a:p>
        </p:txBody>
      </p:sp>
      <p:sp>
        <p:nvSpPr>
          <p:cNvPr id="12" name="Text 9"/>
          <p:cNvSpPr txBox="1"/>
          <p:nvPr/>
        </p:nvSpPr>
        <p:spPr>
          <a:xfrm>
            <a:off x="1645920" y="3136392"/>
            <a:ext cx="9784080" cy="502920"/>
          </a:xfrm>
          <a:prstGeom prst="rect">
            <a:avLst/>
          </a:prstGeom>
          <a:noFill/>
          <a:ln/>
        </p:spPr>
        <p:txBody>
          <a:bodyPr wrap="square" lIns="0" tIns="0" rIns="0" bIns="0" rtlCol="0" anchor="t"/>
          <a:lstStyle/>
          <a:p>
            <a:pPr marL="0" indent="0">
              <a:buNone/>
            </a:pPr>
            <a:r>
              <a:rPr lang="en-US" sz="1600" dirty="0">
                <a:solidFill>
                  <a:srgbClr val="C3C8CE"/>
                </a:solidFill>
                <a:latin typeface="Arial" pitchFamily="34" charset="0"/>
                <a:ea typeface="Arial" pitchFamily="34" charset="-122"/>
                <a:cs typeface="Arial" pitchFamily="34" charset="-120"/>
              </a:rPr>
              <a:t>55,8% kunjungan selesai dalam 2 menit dan 84,4% dalam 5 menit; jam 12 paling lama (median 137 detik).</a:t>
            </a:r>
            <a:endParaRPr lang="en-US" sz="1600" dirty="0"/>
          </a:p>
        </p:txBody>
      </p:sp>
      <p:sp>
        <p:nvSpPr>
          <p:cNvPr id="13" name="Shape 10"/>
          <p:cNvSpPr/>
          <p:nvPr/>
        </p:nvSpPr>
        <p:spPr>
          <a:xfrm>
            <a:off x="548640" y="3803904"/>
            <a:ext cx="11091672" cy="1051560"/>
          </a:xfrm>
          <a:prstGeom prst="rect">
            <a:avLst/>
          </a:prstGeom>
          <a:solidFill>
            <a:srgbClr val="2E353D"/>
          </a:solidFill>
          <a:ln/>
        </p:spPr>
      </p:sp>
      <p:sp>
        <p:nvSpPr>
          <p:cNvPr id="14" name="Text 11"/>
          <p:cNvSpPr txBox="1"/>
          <p:nvPr/>
        </p:nvSpPr>
        <p:spPr>
          <a:xfrm>
            <a:off x="822960" y="3803904"/>
            <a:ext cx="548640" cy="1051560"/>
          </a:xfrm>
          <a:prstGeom prst="rect">
            <a:avLst/>
          </a:prstGeom>
          <a:noFill/>
          <a:ln/>
        </p:spPr>
        <p:txBody>
          <a:bodyPr wrap="square" lIns="0" tIns="0" rIns="0" bIns="0" rtlCol="0" anchor="ctr"/>
          <a:lstStyle/>
          <a:p>
            <a:pPr marL="0" indent="0">
              <a:buNone/>
            </a:pPr>
            <a:r>
              <a:rPr lang="en-US" sz="3200" b="1" dirty="0">
                <a:solidFill>
                  <a:srgbClr val="C5DB7A"/>
                </a:solidFill>
                <a:latin typeface="Arial" pitchFamily="34" charset="0"/>
                <a:ea typeface="Arial" pitchFamily="34" charset="-122"/>
                <a:cs typeface="Arial" pitchFamily="34" charset="-120"/>
              </a:rPr>
              <a:t>3</a:t>
            </a:r>
            <a:endParaRPr lang="en-US" sz="3200" dirty="0"/>
          </a:p>
        </p:txBody>
      </p:sp>
      <p:sp>
        <p:nvSpPr>
          <p:cNvPr id="15" name="Text 12"/>
          <p:cNvSpPr txBox="1"/>
          <p:nvPr/>
        </p:nvSpPr>
        <p:spPr>
          <a:xfrm>
            <a:off x="1645920" y="3913632"/>
            <a:ext cx="9784080" cy="365760"/>
          </a:xfrm>
          <a:prstGeom prst="rect">
            <a:avLst/>
          </a:prstGeom>
          <a:noFill/>
          <a:ln/>
        </p:spPr>
        <p:txBody>
          <a:bodyPr wrap="square" lIns="0" tIns="0" rIns="0" bIns="0" rtlCol="0" anchor="t"/>
          <a:lstStyle/>
          <a:p>
            <a:pPr marL="0" indent="0">
              <a:buNone/>
            </a:pPr>
            <a:r>
              <a:rPr lang="en-US" sz="1800" b="1" dirty="0">
                <a:solidFill>
                  <a:srgbClr val="FFFFFF"/>
                </a:solidFill>
                <a:latin typeface="Arial" pitchFamily="34" charset="0"/>
                <a:ea typeface="Arial" pitchFamily="34" charset="-122"/>
                <a:cs typeface="Arial" pitchFamily="34" charset="-120"/>
              </a:rPr>
              <a:t>Model: eksponensial dengan loc 14</a:t>
            </a:r>
            <a:endParaRPr lang="en-US" sz="1800" dirty="0"/>
          </a:p>
        </p:txBody>
      </p:sp>
      <p:sp>
        <p:nvSpPr>
          <p:cNvPr id="16" name="Text 13"/>
          <p:cNvSpPr txBox="1"/>
          <p:nvPr/>
        </p:nvSpPr>
        <p:spPr>
          <a:xfrm>
            <a:off x="1645920" y="4306824"/>
            <a:ext cx="9784080" cy="502920"/>
          </a:xfrm>
          <a:prstGeom prst="rect">
            <a:avLst/>
          </a:prstGeom>
          <a:noFill/>
          <a:ln/>
        </p:spPr>
        <p:txBody>
          <a:bodyPr wrap="square" lIns="0" tIns="0" rIns="0" bIns="0" rtlCol="0" anchor="t"/>
          <a:lstStyle/>
          <a:p>
            <a:pPr marL="0" indent="0">
              <a:buNone/>
            </a:pPr>
            <a:r>
              <a:rPr lang="en-US" sz="1600" dirty="0">
                <a:solidFill>
                  <a:srgbClr val="C3C8CE"/>
                </a:solidFill>
                <a:latin typeface="Arial" pitchFamily="34" charset="0"/>
                <a:ea typeface="Arial" pitchFamily="34" charset="-122"/>
                <a:cs typeface="Arial" pitchFamily="34" charset="-120"/>
              </a:rPr>
              <a:t>loc 14, scale 139,23; D = 0,117 dan p = 0,222. Normal dan Uniform ditolak uji K-S.</a:t>
            </a:r>
            <a:endParaRPr lang="en-US" sz="1600" dirty="0"/>
          </a:p>
        </p:txBody>
      </p:sp>
      <p:sp>
        <p:nvSpPr>
          <p:cNvPr id="17" name="Shape 14"/>
          <p:cNvSpPr/>
          <p:nvPr/>
        </p:nvSpPr>
        <p:spPr>
          <a:xfrm>
            <a:off x="548640" y="4974336"/>
            <a:ext cx="11091672" cy="1051560"/>
          </a:xfrm>
          <a:prstGeom prst="rect">
            <a:avLst/>
          </a:prstGeom>
          <a:solidFill>
            <a:srgbClr val="2E353D"/>
          </a:solidFill>
          <a:ln/>
        </p:spPr>
      </p:sp>
      <p:sp>
        <p:nvSpPr>
          <p:cNvPr id="18" name="Text 15"/>
          <p:cNvSpPr txBox="1"/>
          <p:nvPr/>
        </p:nvSpPr>
        <p:spPr>
          <a:xfrm>
            <a:off x="822960" y="4974336"/>
            <a:ext cx="548640" cy="1051560"/>
          </a:xfrm>
          <a:prstGeom prst="rect">
            <a:avLst/>
          </a:prstGeom>
          <a:noFill/>
          <a:ln/>
        </p:spPr>
        <p:txBody>
          <a:bodyPr wrap="square" lIns="0" tIns="0" rIns="0" bIns="0" rtlCol="0" anchor="ctr"/>
          <a:lstStyle/>
          <a:p>
            <a:pPr marL="0" indent="0">
              <a:buNone/>
            </a:pPr>
            <a:r>
              <a:rPr lang="en-US" sz="3200" b="1" dirty="0">
                <a:solidFill>
                  <a:srgbClr val="C5DB7A"/>
                </a:solidFill>
                <a:latin typeface="Arial" pitchFamily="34" charset="0"/>
                <a:ea typeface="Arial" pitchFamily="34" charset="-122"/>
                <a:cs typeface="Arial" pitchFamily="34" charset="-120"/>
              </a:rPr>
              <a:t>4</a:t>
            </a:r>
            <a:endParaRPr lang="en-US" sz="3200" dirty="0"/>
          </a:p>
        </p:txBody>
      </p:sp>
      <p:sp>
        <p:nvSpPr>
          <p:cNvPr id="19" name="Text 16"/>
          <p:cNvSpPr txBox="1"/>
          <p:nvPr/>
        </p:nvSpPr>
        <p:spPr>
          <a:xfrm>
            <a:off x="1645920" y="5084064"/>
            <a:ext cx="9784080" cy="365760"/>
          </a:xfrm>
          <a:prstGeom prst="rect">
            <a:avLst/>
          </a:prstGeom>
          <a:noFill/>
          <a:ln/>
        </p:spPr>
        <p:txBody>
          <a:bodyPr wrap="square" lIns="0" tIns="0" rIns="0" bIns="0" rtlCol="0" anchor="t"/>
          <a:lstStyle/>
          <a:p>
            <a:pPr marL="0" indent="0">
              <a:buNone/>
            </a:pPr>
            <a:r>
              <a:rPr lang="en-US" sz="1800" b="1" dirty="0">
                <a:solidFill>
                  <a:srgbClr val="FFFFFF"/>
                </a:solidFill>
                <a:latin typeface="Arial" pitchFamily="34" charset="0"/>
                <a:ea typeface="Arial" pitchFamily="34" charset="-122"/>
                <a:cs typeface="Arial" pitchFamily="34" charset="-120"/>
              </a:rPr>
              <a:t>Simulasi: cukup meniru data</a:t>
            </a:r>
            <a:endParaRPr lang="en-US" sz="1800" dirty="0"/>
          </a:p>
        </p:txBody>
      </p:sp>
      <p:sp>
        <p:nvSpPr>
          <p:cNvPr id="20" name="Text 17"/>
          <p:cNvSpPr txBox="1"/>
          <p:nvPr/>
        </p:nvSpPr>
        <p:spPr>
          <a:xfrm>
            <a:off x="1645920" y="5477256"/>
            <a:ext cx="9784080" cy="502920"/>
          </a:xfrm>
          <a:prstGeom prst="rect">
            <a:avLst/>
          </a:prstGeom>
          <a:noFill/>
          <a:ln/>
        </p:spPr>
        <p:txBody>
          <a:bodyPr wrap="square" lIns="0" tIns="0" rIns="0" bIns="0" rtlCol="0" anchor="t"/>
          <a:lstStyle/>
          <a:p>
            <a:pPr marL="0" indent="0">
              <a:buNone/>
            </a:pPr>
            <a:r>
              <a:rPr lang="en-US" sz="1600" dirty="0">
                <a:solidFill>
                  <a:srgbClr val="C3C8CE"/>
                </a:solidFill>
                <a:latin typeface="Arial" pitchFamily="34" charset="0"/>
                <a:ea typeface="Arial" pitchFamily="34" charset="-122"/>
                <a:cs typeface="Arial" pitchFamily="34" charset="-120"/>
              </a:rPr>
              <a:t>Rata-rata 2:29 berbanding 2:33. Untuk jam ramai dan antrean, perlu waktu kedatangan.</a:t>
            </a:r>
            <a:endParaRPr lang="en-US" sz="1600" dirty="0"/>
          </a:p>
        </p:txBody>
      </p:sp>
      <p:sp>
        <p:nvSpPr>
          <p:cNvPr id="25" name="Slide Number Placeholder 0"/>
          <p:cNvSpPr>
            <a:spLocks noGrp="1"/>
          </p:cNvSpPr>
          <p:nvPr>
            <p:ph type="sldNum" sz="quarter" idx="4294967295"/>
          </p:nvPr>
        </p:nvSpPr>
        <p:spPr>
          <a:xfrm>
            <a:off x="10725912" y="274320"/>
            <a:ext cx="91440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200">
                <a:solidFill>
                  <a:srgbClr val="C3C8CE"/>
                </a:solidFill>
                <a:latin typeface="Arial"/>
                <a:ea typeface="Arial"/>
                <a:cs typeface="Arial"/>
              </a:defRPr>
            </a:lvl1pPr>
          </a:lstStyle>
          <a:p>
            <a:pPr algn="r"/>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t"/>
          <a:lstStyle/>
          <a:p>
            <a:pPr marL="0" indent="0">
              <a:buNone/>
            </a:pPr>
            <a:r>
              <a:rPr lang="en-US" sz="1200" b="1" kern="0" spc="300" dirty="0">
                <a:solidFill>
                  <a:srgbClr val="C5DB7A"/>
                </a:solidFill>
                <a:latin typeface="Arial" pitchFamily="34" charset="0"/>
                <a:ea typeface="Arial" pitchFamily="34" charset="-122"/>
                <a:cs typeface="Arial" pitchFamily="34" charset="-120"/>
              </a:rPr>
              <a:t>26  ·  PENUTUP</a:t>
            </a:r>
            <a:endParaRPr lang="en-US" sz="1200" dirty="0"/>
          </a:p>
        </p:txBody>
      </p:sp>
      <p:sp>
        <p:nvSpPr>
          <p:cNvPr id="3" name="Text 1"/>
          <p:cNvSpPr txBox="1"/>
          <p:nvPr/>
        </p:nvSpPr>
        <p:spPr>
          <a:xfrm>
            <a:off x="548640" y="640080"/>
            <a:ext cx="11064240" cy="777240"/>
          </a:xfrm>
          <a:prstGeom prst="rect">
            <a:avLst/>
          </a:prstGeom>
          <a:noFill/>
          <a:ln/>
        </p:spPr>
        <p:txBody>
          <a:bodyPr wrap="square" lIns="0" tIns="0" rIns="0" bIns="0" rtlCol="0" anchor="ctr"/>
          <a:lstStyle/>
          <a:p>
            <a:pPr marL="0" indent="0">
              <a:buNone/>
            </a:pPr>
            <a:r>
              <a:rPr lang="en-US" sz="3400" b="1" dirty="0">
                <a:solidFill>
                  <a:srgbClr val="FFFFFF"/>
                </a:solidFill>
                <a:latin typeface="Arial" pitchFamily="34" charset="0"/>
                <a:ea typeface="Arial" pitchFamily="34" charset="-122"/>
                <a:cs typeface="Arial" pitchFamily="34" charset="-120"/>
              </a:rPr>
              <a:t>Siapa mengerjakan apa</a:t>
            </a:r>
            <a:endParaRPr lang="en-US" sz="3400" dirty="0"/>
          </a:p>
        </p:txBody>
      </p:sp>
      <p:sp>
        <p:nvSpPr>
          <p:cNvPr id="5" name="Shape 2"/>
          <p:cNvSpPr/>
          <p:nvPr/>
        </p:nvSpPr>
        <p:spPr>
          <a:xfrm>
            <a:off x="548640" y="1463040"/>
            <a:ext cx="11091672" cy="731520"/>
          </a:xfrm>
          <a:prstGeom prst="rect">
            <a:avLst/>
          </a:prstGeom>
          <a:solidFill>
            <a:srgbClr val="2E353D"/>
          </a:solidFill>
          <a:ln/>
        </p:spPr>
      </p:sp>
      <p:sp>
        <p:nvSpPr>
          <p:cNvPr id="6" name="Text 3"/>
          <p:cNvSpPr txBox="1"/>
          <p:nvPr/>
        </p:nvSpPr>
        <p:spPr>
          <a:xfrm>
            <a:off x="822960" y="1572768"/>
            <a:ext cx="6400800" cy="274320"/>
          </a:xfrm>
          <a:prstGeom prst="rect">
            <a:avLst/>
          </a:prstGeom>
          <a:noFill/>
          <a:ln/>
        </p:spPr>
        <p:txBody>
          <a:bodyPr wrap="square" lIns="0" tIns="0" rIns="0" bIns="0" rtlCol="0" anchor="t"/>
          <a:lstStyle/>
          <a:p>
            <a:pPr marL="0" indent="0">
              <a:buNone/>
            </a:pPr>
            <a:r>
              <a:rPr lang="en-US" sz="1400" b="1" kern="0" spc="200" dirty="0">
                <a:solidFill>
                  <a:srgbClr val="C5DB7A"/>
                </a:solidFill>
                <a:latin typeface="Arial" pitchFamily="34" charset="0"/>
                <a:ea typeface="Arial" pitchFamily="34" charset="-122"/>
                <a:cs typeface="Arial" pitchFamily="34" charset="-120"/>
              </a:rPr>
              <a:t>TURUN LAPANGAN</a:t>
            </a:r>
            <a:endParaRPr lang="en-US" sz="1400" dirty="0"/>
          </a:p>
        </p:txBody>
      </p:sp>
      <p:sp>
        <p:nvSpPr>
          <p:cNvPr id="7" name="Text 4"/>
          <p:cNvSpPr txBox="1"/>
          <p:nvPr/>
        </p:nvSpPr>
        <p:spPr>
          <a:xfrm>
            <a:off x="822960" y="1828800"/>
            <a:ext cx="6400800" cy="274320"/>
          </a:xfrm>
          <a:prstGeom prst="rect">
            <a:avLst/>
          </a:prstGeom>
          <a:noFill/>
          <a:ln/>
        </p:spPr>
        <p:txBody>
          <a:bodyPr wrap="square" lIns="0" tIns="0" rIns="0" bIns="0" rtlCol="0" anchor="t"/>
          <a:lstStyle/>
          <a:p>
            <a:pPr marL="0" indent="0">
              <a:buNone/>
            </a:pPr>
            <a:r>
              <a:rPr lang="en-US" sz="1600" dirty="0">
                <a:solidFill>
                  <a:srgbClr val="FFFFFF"/>
                </a:solidFill>
                <a:latin typeface="Arial" pitchFamily="34" charset="0"/>
                <a:ea typeface="Arial" pitchFamily="34" charset="-122"/>
                <a:cs typeface="Arial" pitchFamily="34" charset="-120"/>
              </a:rPr>
              <a:t>Seluruh anggota ikut mengukur</a:t>
            </a:r>
            <a:endParaRPr lang="en-US" sz="1600" dirty="0"/>
          </a:p>
        </p:txBody>
      </p:sp>
      <p:sp>
        <p:nvSpPr>
          <p:cNvPr id="8" name="Shape 5"/>
          <p:cNvSpPr/>
          <p:nvPr/>
        </p:nvSpPr>
        <p:spPr>
          <a:xfrm>
            <a:off x="548640" y="2468880"/>
            <a:ext cx="5468112" cy="1783080"/>
          </a:xfrm>
          <a:prstGeom prst="rect">
            <a:avLst/>
          </a:prstGeom>
          <a:solidFill>
            <a:srgbClr val="F1EFEA"/>
          </a:solidFill>
          <a:ln/>
        </p:spPr>
      </p:sp>
      <p:sp>
        <p:nvSpPr>
          <p:cNvPr id="9" name="Shape 6"/>
          <p:cNvSpPr/>
          <p:nvPr/>
        </p:nvSpPr>
        <p:spPr>
          <a:xfrm>
            <a:off x="548640" y="2468880"/>
            <a:ext cx="5468112" cy="457200"/>
          </a:xfrm>
          <a:prstGeom prst="rect">
            <a:avLst/>
          </a:prstGeom>
          <a:solidFill>
            <a:srgbClr val="F2B25E"/>
          </a:solidFill>
          <a:ln/>
        </p:spPr>
      </p:sp>
      <p:sp>
        <p:nvSpPr>
          <p:cNvPr id="10" name="Text 7"/>
          <p:cNvSpPr txBox="1"/>
          <p:nvPr/>
        </p:nvSpPr>
        <p:spPr>
          <a:xfrm>
            <a:off x="731520" y="2468880"/>
            <a:ext cx="5120640" cy="457200"/>
          </a:xfrm>
          <a:prstGeom prst="rect">
            <a:avLst/>
          </a:prstGeom>
          <a:noFill/>
          <a:ln/>
        </p:spPr>
        <p:txBody>
          <a:bodyPr wrap="square" lIns="0" tIns="0" rIns="0" bIns="0" rtlCol="0" anchor="ctr"/>
          <a:lstStyle/>
          <a:p>
            <a:pPr marL="0" indent="0">
              <a:buNone/>
            </a:pPr>
            <a:r>
              <a:rPr lang="en-US" sz="1600" b="1" dirty="0">
                <a:solidFill>
                  <a:srgbClr val="1F2328"/>
                </a:solidFill>
                <a:latin typeface="Arial" pitchFamily="34" charset="0"/>
                <a:ea typeface="Arial" pitchFamily="34" charset="-122"/>
                <a:cs typeface="Arial" pitchFamily="34" charset="-120"/>
              </a:rPr>
              <a:t>1  Data dan IQR</a:t>
            </a:r>
            <a:endParaRPr lang="en-US" sz="1600" dirty="0"/>
          </a:p>
        </p:txBody>
      </p:sp>
      <p:sp>
        <p:nvSpPr>
          <p:cNvPr id="11" name="Text 8"/>
          <p:cNvSpPr txBox="1"/>
          <p:nvPr/>
        </p:nvSpPr>
        <p:spPr>
          <a:xfrm>
            <a:off x="731520" y="3017520"/>
            <a:ext cx="5120640" cy="777240"/>
          </a:xfrm>
          <a:prstGeom prst="rect">
            <a:avLst/>
          </a:prstGeom>
          <a:noFill/>
          <a:ln/>
        </p:spPr>
        <p:txBody>
          <a:bodyPr wrap="square" lIns="0" tIns="0" rIns="0" bIns="0" rtlCol="0" anchor="t"/>
          <a:lstStyle/>
          <a:p>
            <a:pPr marL="0" indent="0">
              <a:buNone/>
            </a:pPr>
            <a:r>
              <a:rPr lang="en-US" sz="1400" dirty="0">
                <a:solidFill>
                  <a:srgbClr val="1F2328"/>
                </a:solidFill>
                <a:latin typeface="Arial" pitchFamily="34" charset="0"/>
                <a:ea typeface="Arial" pitchFamily="34" charset="-122"/>
                <a:cs typeface="Arial" pitchFamily="34" charset="-120"/>
              </a:rPr>
              <a:t>Mengonversi durasi ke detik, memeriksa nilai kosong dan minus, menghitung Q1, Q3, IQR, dan pagar.</a:t>
            </a:r>
            <a:endParaRPr lang="en-US" sz="1400" dirty="0"/>
          </a:p>
        </p:txBody>
      </p:sp>
      <p:sp>
        <p:nvSpPr>
          <p:cNvPr id="12" name="Text 9"/>
          <p:cNvSpPr txBox="1"/>
          <p:nvPr/>
        </p:nvSpPr>
        <p:spPr>
          <a:xfrm>
            <a:off x="731520" y="3840480"/>
            <a:ext cx="5120640" cy="320040"/>
          </a:xfrm>
          <a:prstGeom prst="rect">
            <a:avLst/>
          </a:prstGeom>
          <a:noFill/>
          <a:ln/>
        </p:spPr>
        <p:txBody>
          <a:bodyPr wrap="square" lIns="0" tIns="0" rIns="0" bIns="0" rtlCol="0" anchor="t"/>
          <a:lstStyle/>
          <a:p>
            <a:pPr marL="0" indent="0">
              <a:buNone/>
            </a:pPr>
            <a:r>
              <a:rPr lang="en-US" sz="1600" b="1" dirty="0">
                <a:solidFill>
                  <a:srgbClr val="1F2328"/>
                </a:solidFill>
                <a:latin typeface="Arial" pitchFamily="34" charset="0"/>
                <a:ea typeface="Arial" pitchFamily="34" charset="-122"/>
                <a:cs typeface="Arial" pitchFamily="34" charset="-120"/>
              </a:rPr>
              <a:t>[FILL: nama pembicara A]</a:t>
            </a:r>
            <a:endParaRPr lang="en-US" sz="1600" dirty="0"/>
          </a:p>
        </p:txBody>
      </p:sp>
      <p:sp>
        <p:nvSpPr>
          <p:cNvPr id="13" name="Shape 10"/>
          <p:cNvSpPr/>
          <p:nvPr/>
        </p:nvSpPr>
        <p:spPr>
          <a:xfrm>
            <a:off x="6172200" y="2468880"/>
            <a:ext cx="5468112" cy="1783080"/>
          </a:xfrm>
          <a:prstGeom prst="rect">
            <a:avLst/>
          </a:prstGeom>
          <a:solidFill>
            <a:srgbClr val="F1EFEA"/>
          </a:solidFill>
          <a:ln/>
        </p:spPr>
      </p:sp>
      <p:sp>
        <p:nvSpPr>
          <p:cNvPr id="14" name="Shape 11"/>
          <p:cNvSpPr/>
          <p:nvPr/>
        </p:nvSpPr>
        <p:spPr>
          <a:xfrm>
            <a:off x="6172200" y="2468880"/>
            <a:ext cx="5468112" cy="457200"/>
          </a:xfrm>
          <a:prstGeom prst="rect">
            <a:avLst/>
          </a:prstGeom>
          <a:solidFill>
            <a:srgbClr val="F2B25E"/>
          </a:solidFill>
          <a:ln/>
        </p:spPr>
      </p:sp>
      <p:sp>
        <p:nvSpPr>
          <p:cNvPr id="15" name="Text 12"/>
          <p:cNvSpPr txBox="1"/>
          <p:nvPr/>
        </p:nvSpPr>
        <p:spPr>
          <a:xfrm>
            <a:off x="6355080" y="2468880"/>
            <a:ext cx="5120640" cy="457200"/>
          </a:xfrm>
          <a:prstGeom prst="rect">
            <a:avLst/>
          </a:prstGeom>
          <a:noFill/>
          <a:ln/>
        </p:spPr>
        <p:txBody>
          <a:bodyPr wrap="square" lIns="0" tIns="0" rIns="0" bIns="0" rtlCol="0" anchor="ctr"/>
          <a:lstStyle/>
          <a:p>
            <a:pPr marL="0" indent="0">
              <a:buNone/>
            </a:pPr>
            <a:r>
              <a:rPr lang="en-US" sz="1600" b="1" dirty="0">
                <a:solidFill>
                  <a:srgbClr val="1F2328"/>
                </a:solidFill>
                <a:latin typeface="Arial" pitchFamily="34" charset="0"/>
                <a:ea typeface="Arial" pitchFamily="34" charset="-122"/>
                <a:cs typeface="Arial" pitchFamily="34" charset="-120"/>
              </a:rPr>
              <a:t>2  Statistik dan grafik</a:t>
            </a:r>
            <a:endParaRPr lang="en-US" sz="1600" dirty="0"/>
          </a:p>
        </p:txBody>
      </p:sp>
      <p:sp>
        <p:nvSpPr>
          <p:cNvPr id="16" name="Text 13"/>
          <p:cNvSpPr txBox="1"/>
          <p:nvPr/>
        </p:nvSpPr>
        <p:spPr>
          <a:xfrm>
            <a:off x="6355080" y="3017520"/>
            <a:ext cx="5120640" cy="777240"/>
          </a:xfrm>
          <a:prstGeom prst="rect">
            <a:avLst/>
          </a:prstGeom>
          <a:noFill/>
          <a:ln/>
        </p:spPr>
        <p:txBody>
          <a:bodyPr wrap="square" lIns="0" tIns="0" rIns="0" bIns="0" rtlCol="0" anchor="t"/>
          <a:lstStyle/>
          <a:p>
            <a:pPr marL="0" indent="0">
              <a:buNone/>
            </a:pPr>
            <a:r>
              <a:rPr lang="en-US" sz="1400" dirty="0">
                <a:solidFill>
                  <a:srgbClr val="1F2328"/>
                </a:solidFill>
                <a:latin typeface="Arial" pitchFamily="34" charset="0"/>
                <a:ea typeface="Arial" pitchFamily="34" charset="-122"/>
                <a:cs typeface="Arial" pitchFamily="34" charset="-120"/>
              </a:rPr>
              <a:t>Menghitung rata-rata, median, SD, persentil per sesi dan hari, serta histogram.</a:t>
            </a:r>
            <a:endParaRPr lang="en-US" sz="1400" dirty="0"/>
          </a:p>
        </p:txBody>
      </p:sp>
      <p:sp>
        <p:nvSpPr>
          <p:cNvPr id="17" name="Text 14"/>
          <p:cNvSpPr txBox="1"/>
          <p:nvPr/>
        </p:nvSpPr>
        <p:spPr>
          <a:xfrm>
            <a:off x="6355080" y="3840480"/>
            <a:ext cx="5120640" cy="320040"/>
          </a:xfrm>
          <a:prstGeom prst="rect">
            <a:avLst/>
          </a:prstGeom>
          <a:noFill/>
          <a:ln/>
        </p:spPr>
        <p:txBody>
          <a:bodyPr wrap="square" lIns="0" tIns="0" rIns="0" bIns="0" rtlCol="0" anchor="t"/>
          <a:lstStyle/>
          <a:p>
            <a:pPr marL="0" indent="0">
              <a:buNone/>
            </a:pPr>
            <a:r>
              <a:rPr lang="en-US" sz="1600" b="1" dirty="0">
                <a:solidFill>
                  <a:srgbClr val="1F2328"/>
                </a:solidFill>
                <a:latin typeface="Arial" pitchFamily="34" charset="0"/>
                <a:ea typeface="Arial" pitchFamily="34" charset="-122"/>
                <a:cs typeface="Arial" pitchFamily="34" charset="-120"/>
              </a:rPr>
              <a:t>[FILL: nama pembicara B]</a:t>
            </a:r>
            <a:endParaRPr lang="en-US" sz="1600" dirty="0"/>
          </a:p>
        </p:txBody>
      </p:sp>
      <p:sp>
        <p:nvSpPr>
          <p:cNvPr id="18" name="Shape 15"/>
          <p:cNvSpPr/>
          <p:nvPr/>
        </p:nvSpPr>
        <p:spPr>
          <a:xfrm>
            <a:off x="548640" y="4389120"/>
            <a:ext cx="5468112" cy="1783080"/>
          </a:xfrm>
          <a:prstGeom prst="rect">
            <a:avLst/>
          </a:prstGeom>
          <a:solidFill>
            <a:srgbClr val="F1EFEA"/>
          </a:solidFill>
          <a:ln/>
        </p:spPr>
      </p:sp>
      <p:sp>
        <p:nvSpPr>
          <p:cNvPr id="19" name="Shape 16"/>
          <p:cNvSpPr/>
          <p:nvPr/>
        </p:nvSpPr>
        <p:spPr>
          <a:xfrm>
            <a:off x="548640" y="4389120"/>
            <a:ext cx="5468112" cy="457200"/>
          </a:xfrm>
          <a:prstGeom prst="rect">
            <a:avLst/>
          </a:prstGeom>
          <a:solidFill>
            <a:srgbClr val="F2B25E"/>
          </a:solidFill>
          <a:ln/>
        </p:spPr>
      </p:sp>
      <p:sp>
        <p:nvSpPr>
          <p:cNvPr id="20" name="Text 17"/>
          <p:cNvSpPr txBox="1"/>
          <p:nvPr/>
        </p:nvSpPr>
        <p:spPr>
          <a:xfrm>
            <a:off x="731520" y="4389120"/>
            <a:ext cx="5120640" cy="457200"/>
          </a:xfrm>
          <a:prstGeom prst="rect">
            <a:avLst/>
          </a:prstGeom>
          <a:noFill/>
          <a:ln/>
        </p:spPr>
        <p:txBody>
          <a:bodyPr wrap="square" lIns="0" tIns="0" rIns="0" bIns="0" rtlCol="0" anchor="ctr"/>
          <a:lstStyle/>
          <a:p>
            <a:pPr marL="0" indent="0">
              <a:buNone/>
            </a:pPr>
            <a:r>
              <a:rPr lang="en-US" sz="1600" b="1" dirty="0">
                <a:solidFill>
                  <a:srgbClr val="1F2328"/>
                </a:solidFill>
                <a:latin typeface="Arial" pitchFamily="34" charset="0"/>
                <a:ea typeface="Arial" pitchFamily="34" charset="-122"/>
                <a:cs typeface="Arial" pitchFamily="34" charset="-120"/>
              </a:rPr>
              <a:t>3  Pencocokan distribusi dan K-S</a:t>
            </a:r>
            <a:endParaRPr lang="en-US" sz="1600" dirty="0"/>
          </a:p>
        </p:txBody>
      </p:sp>
      <p:sp>
        <p:nvSpPr>
          <p:cNvPr id="21" name="Text 18"/>
          <p:cNvSpPr txBox="1"/>
          <p:nvPr/>
        </p:nvSpPr>
        <p:spPr>
          <a:xfrm>
            <a:off x="731520" y="4937760"/>
            <a:ext cx="5120640" cy="777240"/>
          </a:xfrm>
          <a:prstGeom prst="rect">
            <a:avLst/>
          </a:prstGeom>
          <a:noFill/>
          <a:ln/>
        </p:spPr>
        <p:txBody>
          <a:bodyPr wrap="square" lIns="0" tIns="0" rIns="0" bIns="0" rtlCol="0" anchor="t"/>
          <a:lstStyle/>
          <a:p>
            <a:pPr marL="0" indent="0">
              <a:buNone/>
            </a:pPr>
            <a:r>
              <a:rPr lang="en-US" sz="1400" dirty="0">
                <a:solidFill>
                  <a:srgbClr val="1F2328"/>
                </a:solidFill>
                <a:latin typeface="Arial" pitchFamily="34" charset="0"/>
                <a:ea typeface="Arial" pitchFamily="34" charset="-122"/>
                <a:cs typeface="Arial" pitchFamily="34" charset="-120"/>
              </a:rPr>
              <a:t>Menghitung parameter tiga kandidat, uji K-S, dan memilih distribusi pada α = 0,05.</a:t>
            </a:r>
            <a:endParaRPr lang="en-US" sz="1400" dirty="0"/>
          </a:p>
        </p:txBody>
      </p:sp>
      <p:sp>
        <p:nvSpPr>
          <p:cNvPr id="22" name="Text 19"/>
          <p:cNvSpPr txBox="1"/>
          <p:nvPr/>
        </p:nvSpPr>
        <p:spPr>
          <a:xfrm>
            <a:off x="731520" y="5760720"/>
            <a:ext cx="5120640" cy="320040"/>
          </a:xfrm>
          <a:prstGeom prst="rect">
            <a:avLst/>
          </a:prstGeom>
          <a:noFill/>
          <a:ln/>
        </p:spPr>
        <p:txBody>
          <a:bodyPr wrap="square" lIns="0" tIns="0" rIns="0" bIns="0" rtlCol="0" anchor="t"/>
          <a:lstStyle/>
          <a:p>
            <a:pPr marL="0" indent="0">
              <a:buNone/>
            </a:pPr>
            <a:r>
              <a:rPr lang="en-US" sz="1600" b="1" dirty="0">
                <a:solidFill>
                  <a:srgbClr val="1F2328"/>
                </a:solidFill>
                <a:latin typeface="Arial" pitchFamily="34" charset="0"/>
                <a:ea typeface="Arial" pitchFamily="34" charset="-122"/>
                <a:cs typeface="Arial" pitchFamily="34" charset="-120"/>
              </a:rPr>
              <a:t>[FILL: nama pembicara C]</a:t>
            </a:r>
            <a:endParaRPr lang="en-US" sz="1600" dirty="0"/>
          </a:p>
        </p:txBody>
      </p:sp>
      <p:sp>
        <p:nvSpPr>
          <p:cNvPr id="23" name="Shape 20"/>
          <p:cNvSpPr/>
          <p:nvPr/>
        </p:nvSpPr>
        <p:spPr>
          <a:xfrm>
            <a:off x="6172200" y="4389120"/>
            <a:ext cx="5468112" cy="1783080"/>
          </a:xfrm>
          <a:prstGeom prst="rect">
            <a:avLst/>
          </a:prstGeom>
          <a:solidFill>
            <a:srgbClr val="F1EFEA"/>
          </a:solidFill>
          <a:ln/>
        </p:spPr>
      </p:sp>
      <p:sp>
        <p:nvSpPr>
          <p:cNvPr id="24" name="Shape 21"/>
          <p:cNvSpPr/>
          <p:nvPr/>
        </p:nvSpPr>
        <p:spPr>
          <a:xfrm>
            <a:off x="6172200" y="4389120"/>
            <a:ext cx="5468112" cy="457200"/>
          </a:xfrm>
          <a:prstGeom prst="rect">
            <a:avLst/>
          </a:prstGeom>
          <a:solidFill>
            <a:srgbClr val="F2B25E"/>
          </a:solidFill>
          <a:ln/>
        </p:spPr>
      </p:sp>
      <p:sp>
        <p:nvSpPr>
          <p:cNvPr id="25" name="Text 22"/>
          <p:cNvSpPr txBox="1"/>
          <p:nvPr/>
        </p:nvSpPr>
        <p:spPr>
          <a:xfrm>
            <a:off x="6355080" y="4389120"/>
            <a:ext cx="5120640" cy="457200"/>
          </a:xfrm>
          <a:prstGeom prst="rect">
            <a:avLst/>
          </a:prstGeom>
          <a:noFill/>
          <a:ln/>
        </p:spPr>
        <p:txBody>
          <a:bodyPr wrap="square" lIns="0" tIns="0" rIns="0" bIns="0" rtlCol="0" anchor="ctr"/>
          <a:lstStyle/>
          <a:p>
            <a:pPr marL="0" indent="0">
              <a:buNone/>
            </a:pPr>
            <a:r>
              <a:rPr lang="en-US" sz="1600" b="1" dirty="0">
                <a:solidFill>
                  <a:srgbClr val="1F2328"/>
                </a:solidFill>
                <a:latin typeface="Arial" pitchFamily="34" charset="0"/>
                <a:ea typeface="Arial" pitchFamily="34" charset="-122"/>
                <a:cs typeface="Arial" pitchFamily="34" charset="-120"/>
              </a:rPr>
              <a:t>4  Simulasi dan laporan</a:t>
            </a:r>
            <a:endParaRPr lang="en-US" sz="1600" dirty="0"/>
          </a:p>
        </p:txBody>
      </p:sp>
      <p:sp>
        <p:nvSpPr>
          <p:cNvPr id="26" name="Text 23"/>
          <p:cNvSpPr txBox="1"/>
          <p:nvPr/>
        </p:nvSpPr>
        <p:spPr>
          <a:xfrm>
            <a:off x="6355080" y="4937760"/>
            <a:ext cx="5120640" cy="777240"/>
          </a:xfrm>
          <a:prstGeom prst="rect">
            <a:avLst/>
          </a:prstGeom>
          <a:noFill/>
          <a:ln/>
        </p:spPr>
        <p:txBody>
          <a:bodyPr wrap="square" lIns="0" tIns="0" rIns="0" bIns="0" rtlCol="0" anchor="t"/>
          <a:lstStyle/>
          <a:p>
            <a:pPr marL="0" indent="0">
              <a:buNone/>
            </a:pPr>
            <a:r>
              <a:rPr lang="en-US" sz="1400" dirty="0">
                <a:solidFill>
                  <a:srgbClr val="1F2328"/>
                </a:solidFill>
                <a:latin typeface="Arial" pitchFamily="34" charset="0"/>
                <a:ea typeface="Arial" pitchFamily="34" charset="-122"/>
                <a:cs typeface="Arial" pitchFamily="34" charset="-120"/>
              </a:rPr>
              <a:t>Membangkitkan 1.000 kunjungan, membandingkan dengan data, dan menyusun laporan serta slide.</a:t>
            </a:r>
            <a:endParaRPr lang="en-US" sz="1400" dirty="0"/>
          </a:p>
        </p:txBody>
      </p:sp>
      <p:sp>
        <p:nvSpPr>
          <p:cNvPr id="27" name="Text 24"/>
          <p:cNvSpPr txBox="1"/>
          <p:nvPr/>
        </p:nvSpPr>
        <p:spPr>
          <a:xfrm>
            <a:off x="6355080" y="5760720"/>
            <a:ext cx="5120640" cy="320040"/>
          </a:xfrm>
          <a:prstGeom prst="rect">
            <a:avLst/>
          </a:prstGeom>
          <a:noFill/>
          <a:ln/>
        </p:spPr>
        <p:txBody>
          <a:bodyPr wrap="square" lIns="0" tIns="0" rIns="0" bIns="0" rtlCol="0" anchor="t"/>
          <a:lstStyle/>
          <a:p>
            <a:pPr marL="0" indent="0">
              <a:buNone/>
            </a:pPr>
            <a:r>
              <a:rPr lang="en-US" sz="1600" b="1" dirty="0">
                <a:solidFill>
                  <a:srgbClr val="1F2328"/>
                </a:solidFill>
                <a:latin typeface="Arial" pitchFamily="34" charset="0"/>
                <a:ea typeface="Arial" pitchFamily="34" charset="-122"/>
                <a:cs typeface="Arial" pitchFamily="34" charset="-120"/>
              </a:rPr>
              <a:t>[FILL: nama pembicara D]</a:t>
            </a:r>
            <a:endParaRPr lang="en-US" sz="1600" dirty="0"/>
          </a:p>
        </p:txBody>
      </p:sp>
      <p:sp>
        <p:nvSpPr>
          <p:cNvPr id="4" name="Slide Number Placeholder 0"/>
          <p:cNvSpPr>
            <a:spLocks noGrp="1"/>
          </p:cNvSpPr>
          <p:nvPr>
            <p:ph type="sldNum" sz="quarter" idx="4294967295"/>
          </p:nvPr>
        </p:nvSpPr>
        <p:spPr>
          <a:xfrm>
            <a:off x="10725912" y="274320"/>
            <a:ext cx="91440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200">
                <a:solidFill>
                  <a:srgbClr val="C3C8CE"/>
                </a:solidFill>
                <a:latin typeface="Arial"/>
                <a:ea typeface="Arial"/>
                <a:cs typeface="Arial"/>
              </a:defRPr>
            </a:lvl1pPr>
          </a:lstStyle>
          <a:p>
            <a:pPr algn="r"/>
            <a:fld id="{F7021451-1387-4CA6-816F-3879F97B5CBC}" type="slidenum">
              <a:rPr lang="en-US" b="0"/>
              <a:t>27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3213</Words>
  <Application>Microsoft Office PowerPoint</Application>
  <PresentationFormat>Widescreen</PresentationFormat>
  <Paragraphs>462</Paragraphs>
  <Slides>27</Slides>
  <Notes>27</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27</vt:i4>
      </vt:variant>
    </vt:vector>
  </HeadingPairs>
  <TitlesOfParts>
    <vt:vector size="29"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Pemodelan Input Lama Berada di Kantin FST</dc:title>
  <dc:subject>PptxGenJS Presentation</dc:subject>
  <dc:creator>PptxGenJS</dc:creator>
  <cp:lastModifiedBy>emirsyah deaan</cp:lastModifiedBy>
  <cp:revision>3</cp:revision>
  <dcterms:created xsi:type="dcterms:W3CDTF">2026-10-29T01:35:52Z</dcterms:created>
  <dcterms:modified xsi:type="dcterms:W3CDTF">2026-10-29T01:43:06Z</dcterms:modified>
</cp:coreProperties>
</file>